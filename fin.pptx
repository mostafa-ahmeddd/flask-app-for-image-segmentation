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17"/>
  </p:notesMasterIdLst>
  <p:sldIdLst>
    <p:sldId id="256" r:id="rId2"/>
    <p:sldId id="282" r:id="rId3"/>
    <p:sldId id="258" r:id="rId4"/>
    <p:sldId id="259" r:id="rId5"/>
    <p:sldId id="261" r:id="rId6"/>
    <p:sldId id="279" r:id="rId7"/>
    <p:sldId id="278" r:id="rId8"/>
    <p:sldId id="262" r:id="rId9"/>
    <p:sldId id="263" r:id="rId10"/>
    <p:sldId id="265" r:id="rId11"/>
    <p:sldId id="280" r:id="rId12"/>
    <p:sldId id="266" r:id="rId13"/>
    <p:sldId id="281" r:id="rId14"/>
    <p:sldId id="267" r:id="rId15"/>
    <p:sldId id="277" r:id="rId16"/>
  </p:sldIdLst>
  <p:sldSz cx="9144000" cy="5143500" type="screen16x9"/>
  <p:notesSz cx="6858000" cy="9144000"/>
  <p:embeddedFontLst>
    <p:embeddedFont>
      <p:font typeface="Lato" panose="020F0502020204030203" pitchFamily="34" charset="0"/>
      <p:regular r:id="rId18"/>
      <p:bold r:id="rId19"/>
      <p:italic r:id="rId20"/>
      <p:boldItalic r:id="rId21"/>
    </p:embeddedFont>
    <p:embeddedFont>
      <p:font typeface="Sora" panose="020B0604020202020204"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934F82-28C6-4BAF-8112-4C3B1C3E68BE}">
  <a:tblStyle styleId="{BB934F82-28C6-4BAF-8112-4C3B1C3E68B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20f41e1924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B4E8C1EF-F677-C48E-F1BF-7F05CDB260F4}"/>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5ABC793B-0C4F-12ED-D044-6EF00045D4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B39A01B8-2884-957C-6A8D-874308EF30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6415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68E56B58-1C8B-202A-CB91-3C30369F674C}"/>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783806FD-4EE6-BE79-3926-D91C6DA8FB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C38E397B-F5DB-BAF1-3F78-E904063F10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8178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18192C94-B0F8-082C-BA3D-18270C285CD7}"/>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2BE7784E-E2EC-4595-BEC5-753A306B59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C93CBDFA-597C-C340-A458-D798F39139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891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70233ABA-B054-B374-1C13-187366504E6D}"/>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91D5A800-40CF-7B44-3005-D507FD34F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5F10A574-404D-8D83-961E-1319F2A2A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8317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a:extLst>
            <a:ext uri="{FF2B5EF4-FFF2-40B4-BE49-F238E27FC236}">
              <a16:creationId xmlns:a16="http://schemas.microsoft.com/office/drawing/2014/main" id="{D8E3AE89-4B67-E5D4-6512-315417FB1DB1}"/>
            </a:ext>
          </a:extLst>
        </p:cNvPr>
        <p:cNvGrpSpPr/>
        <p:nvPr/>
      </p:nvGrpSpPr>
      <p:grpSpPr>
        <a:xfrm>
          <a:off x="0" y="0"/>
          <a:ext cx="0" cy="0"/>
          <a:chOff x="0" y="0"/>
          <a:chExt cx="0" cy="0"/>
        </a:xfrm>
      </p:grpSpPr>
      <p:sp>
        <p:nvSpPr>
          <p:cNvPr id="521" name="Google Shape;521;g20f41e19245_0_19:notes">
            <a:extLst>
              <a:ext uri="{FF2B5EF4-FFF2-40B4-BE49-F238E27FC236}">
                <a16:creationId xmlns:a16="http://schemas.microsoft.com/office/drawing/2014/main" id="{9ACDF4B5-CA59-943E-5901-EEC1BFFF55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0f41e19245_0_19:notes">
            <a:extLst>
              <a:ext uri="{FF2B5EF4-FFF2-40B4-BE49-F238E27FC236}">
                <a16:creationId xmlns:a16="http://schemas.microsoft.com/office/drawing/2014/main" id="{4E5EE800-BC0A-7BC5-57C2-8F7CDC0876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3136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E173422A-DD76-03DB-8494-BC692BC6815A}"/>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0B70D05F-E680-3169-77CD-3E53ABC052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87B20B02-85C0-5348-C792-88B4E9F52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5838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a:extLst>
            <a:ext uri="{FF2B5EF4-FFF2-40B4-BE49-F238E27FC236}">
              <a16:creationId xmlns:a16="http://schemas.microsoft.com/office/drawing/2014/main" id="{5D9AAADC-893E-17A5-5EE3-21EF1CE5A8FF}"/>
            </a:ext>
          </a:extLst>
        </p:cNvPr>
        <p:cNvGrpSpPr/>
        <p:nvPr/>
      </p:nvGrpSpPr>
      <p:grpSpPr>
        <a:xfrm>
          <a:off x="0" y="0"/>
          <a:ext cx="0" cy="0"/>
          <a:chOff x="0" y="0"/>
          <a:chExt cx="0" cy="0"/>
        </a:xfrm>
      </p:grpSpPr>
      <p:sp>
        <p:nvSpPr>
          <p:cNvPr id="463" name="Google Shape;463;g20f41e19245_0_0:notes">
            <a:extLst>
              <a:ext uri="{FF2B5EF4-FFF2-40B4-BE49-F238E27FC236}">
                <a16:creationId xmlns:a16="http://schemas.microsoft.com/office/drawing/2014/main" id="{E57C66D7-AB01-C0EA-5734-5A38B57534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20f41e19245_0_0:notes">
            <a:extLst>
              <a:ext uri="{FF2B5EF4-FFF2-40B4-BE49-F238E27FC236}">
                <a16:creationId xmlns:a16="http://schemas.microsoft.com/office/drawing/2014/main" id="{948D3375-7AD2-AC4A-1D55-C732409331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1744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3"/>
        <p:cNvGrpSpPr/>
        <p:nvPr/>
      </p:nvGrpSpPr>
      <p:grpSpPr>
        <a:xfrm>
          <a:off x="0" y="0"/>
          <a:ext cx="0" cy="0"/>
          <a:chOff x="0" y="0"/>
          <a:chExt cx="0" cy="0"/>
        </a:xfrm>
      </p:grpSpPr>
      <p:sp>
        <p:nvSpPr>
          <p:cNvPr id="1934" name="Google Shape;1934;g14d33840f0f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5" name="Google Shape;1935;g14d33840f0f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157700" y="1061225"/>
            <a:ext cx="4260000" cy="17505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4157700" y="2997200"/>
            <a:ext cx="4260000" cy="365700"/>
          </a:xfrm>
          <a:prstGeom prst="rect">
            <a:avLst/>
          </a:prstGeom>
          <a:solidFill>
            <a:schemeClr val="lt2"/>
          </a:solidFill>
        </p:spPr>
        <p:txBody>
          <a:bodyPr spcFirstLastPara="1" wrap="square" lIns="91425" tIns="91425" rIns="91425" bIns="91425" anchor="ctr" anchorCtr="0">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a:endParaRPr/>
          </a:p>
        </p:txBody>
      </p:sp>
      <p:grpSp>
        <p:nvGrpSpPr>
          <p:cNvPr id="11" name="Google Shape;11;p2"/>
          <p:cNvGrpSpPr/>
          <p:nvPr/>
        </p:nvGrpSpPr>
        <p:grpSpPr>
          <a:xfrm>
            <a:off x="-709225" y="2020450"/>
            <a:ext cx="10403925" cy="4250875"/>
            <a:chOff x="-709225" y="2020450"/>
            <a:chExt cx="10403925" cy="4250875"/>
          </a:xfrm>
        </p:grpSpPr>
        <p:grpSp>
          <p:nvGrpSpPr>
            <p:cNvPr id="12" name="Google Shape;12;p2"/>
            <p:cNvGrpSpPr/>
            <p:nvPr/>
          </p:nvGrpSpPr>
          <p:grpSpPr>
            <a:xfrm>
              <a:off x="176175" y="2459300"/>
              <a:ext cx="418425" cy="3812025"/>
              <a:chOff x="176175" y="2459300"/>
              <a:chExt cx="418425" cy="3812025"/>
            </a:xfrm>
          </p:grpSpPr>
          <p:cxnSp>
            <p:nvCxnSpPr>
              <p:cNvPr id="13" name="Google Shape;13;p2"/>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4" name="Google Shape;14;p2"/>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15" name="Google Shape;15;p2"/>
            <p:cNvGrpSpPr/>
            <p:nvPr/>
          </p:nvGrpSpPr>
          <p:grpSpPr>
            <a:xfrm>
              <a:off x="-709225" y="4185350"/>
              <a:ext cx="7895400" cy="1976375"/>
              <a:chOff x="-709225" y="4185350"/>
              <a:chExt cx="7895400" cy="1976375"/>
            </a:xfrm>
          </p:grpSpPr>
          <p:cxnSp>
            <p:nvCxnSpPr>
              <p:cNvPr id="16" name="Google Shape;16;p2"/>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17" name="Google Shape;17;p2"/>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8" name="Google Shape;18;p2"/>
            <p:cNvGrpSpPr/>
            <p:nvPr/>
          </p:nvGrpSpPr>
          <p:grpSpPr>
            <a:xfrm>
              <a:off x="8417700" y="2020450"/>
              <a:ext cx="1277000" cy="2568900"/>
              <a:chOff x="8417700" y="2020450"/>
              <a:chExt cx="1277000" cy="2568900"/>
            </a:xfrm>
          </p:grpSpPr>
          <p:cxnSp>
            <p:nvCxnSpPr>
              <p:cNvPr id="19" name="Google Shape;19;p2"/>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20" name="Google Shape;20;p2"/>
              <p:cNvCxnSpPr/>
              <p:nvPr/>
            </p:nvCxnSpPr>
            <p:spPr>
              <a:xfrm>
                <a:off x="8417700" y="3180050"/>
                <a:ext cx="359700" cy="1051800"/>
              </a:xfrm>
              <a:prstGeom prst="bentConnector2">
                <a:avLst/>
              </a:prstGeom>
              <a:noFill/>
              <a:ln w="19050" cap="flat" cmpd="sng">
                <a:solidFill>
                  <a:schemeClr val="lt2"/>
                </a:solidFill>
                <a:prstDash val="solid"/>
                <a:round/>
                <a:headEnd type="none" w="med" len="med"/>
                <a:tailEnd type="oval" w="med" len="med"/>
              </a:ln>
            </p:spPr>
          </p:cxnSp>
          <p:cxnSp>
            <p:nvCxnSpPr>
              <p:cNvPr id="21" name="Google Shape;21;p2"/>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22" name="Google Shape;22;p2"/>
          <p:cNvGrpSpPr/>
          <p:nvPr/>
        </p:nvGrpSpPr>
        <p:grpSpPr>
          <a:xfrm>
            <a:off x="84278" y="2240873"/>
            <a:ext cx="8837445" cy="2718104"/>
            <a:chOff x="84278" y="2240873"/>
            <a:chExt cx="8837445" cy="2718104"/>
          </a:xfrm>
        </p:grpSpPr>
        <p:sp>
          <p:nvSpPr>
            <p:cNvPr id="23" name="Google Shape;23;p2"/>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7" name="Google Shape;27;p3"/>
          <p:cNvSpPr txBox="1">
            <a:spLocks noGrp="1"/>
          </p:cNvSpPr>
          <p:nvPr>
            <p:ph type="title" idx="2" hasCustomPrompt="1"/>
          </p:nvPr>
        </p:nvSpPr>
        <p:spPr>
          <a:xfrm>
            <a:off x="3249975" y="1014475"/>
            <a:ext cx="1411800" cy="8997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8" name="Google Shape;28;p3"/>
          <p:cNvSpPr txBox="1">
            <a:spLocks noGrp="1"/>
          </p:cNvSpPr>
          <p:nvPr>
            <p:ph type="subTitle" idx="1"/>
          </p:nvPr>
        </p:nvSpPr>
        <p:spPr>
          <a:xfrm>
            <a:off x="720000" y="3311500"/>
            <a:ext cx="4044900" cy="365700"/>
          </a:xfrm>
          <a:prstGeom prst="rect">
            <a:avLst/>
          </a:prstGeom>
          <a:solidFill>
            <a:schemeClr val="lt2"/>
          </a:solidFill>
        </p:spPr>
        <p:txBody>
          <a:bodyPr spcFirstLastPara="1" wrap="square" lIns="91425" tIns="91425" rIns="91425" bIns="91425" anchor="ctr" anchorCtr="0">
            <a:noAutofit/>
          </a:bodyPr>
          <a:lstStyle>
            <a:lvl1pPr lvl="0" algn="r" rtl="0">
              <a:lnSpc>
                <a:spcPct val="115000"/>
              </a:lnSpc>
              <a:spcBef>
                <a:spcPts val="0"/>
              </a:spcBef>
              <a:spcAft>
                <a:spcPts val="0"/>
              </a:spcAft>
              <a:buSzPts val="1400"/>
              <a:buNone/>
              <a:defRPr sz="1600">
                <a:solidFill>
                  <a:schemeClr val="accent5"/>
                </a:solidFill>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29" name="Google Shape;29;p3"/>
          <p:cNvGrpSpPr/>
          <p:nvPr/>
        </p:nvGrpSpPr>
        <p:grpSpPr>
          <a:xfrm>
            <a:off x="140000" y="188300"/>
            <a:ext cx="580000" cy="6094500"/>
            <a:chOff x="140000" y="188300"/>
            <a:chExt cx="580000" cy="6094500"/>
          </a:xfrm>
        </p:grpSpPr>
        <p:cxnSp>
          <p:nvCxnSpPr>
            <p:cNvPr id="30" name="Google Shape;30;p3"/>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1" name="Google Shape;31;p3"/>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2" name="Google Shape;32;p3"/>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1"/>
        <p:cNvGrpSpPr/>
        <p:nvPr/>
      </p:nvGrpSpPr>
      <p:grpSpPr>
        <a:xfrm>
          <a:off x="0" y="0"/>
          <a:ext cx="0" cy="0"/>
          <a:chOff x="0" y="0"/>
          <a:chExt cx="0" cy="0"/>
        </a:xfrm>
      </p:grpSpPr>
      <p:sp>
        <p:nvSpPr>
          <p:cNvPr id="112" name="Google Shape;112;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13" name="Google Shape;113;p13"/>
          <p:cNvSpPr txBox="1">
            <a:spLocks noGrp="1"/>
          </p:cNvSpPr>
          <p:nvPr>
            <p:ph type="subTitle" idx="1"/>
          </p:nvPr>
        </p:nvSpPr>
        <p:spPr>
          <a:xfrm>
            <a:off x="2917223" y="1661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4" name="Google Shape;114;p13"/>
          <p:cNvSpPr txBox="1">
            <a:spLocks noGrp="1"/>
          </p:cNvSpPr>
          <p:nvPr>
            <p:ph type="subTitle" idx="2"/>
          </p:nvPr>
        </p:nvSpPr>
        <p:spPr>
          <a:xfrm>
            <a:off x="2917223" y="247945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5" name="Google Shape;115;p13"/>
          <p:cNvSpPr txBox="1">
            <a:spLocks noGrp="1"/>
          </p:cNvSpPr>
          <p:nvPr>
            <p:ph type="subTitle" idx="3"/>
          </p:nvPr>
        </p:nvSpPr>
        <p:spPr>
          <a:xfrm>
            <a:off x="2917223" y="3297775"/>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6" name="Google Shape;116;p13"/>
          <p:cNvSpPr txBox="1">
            <a:spLocks noGrp="1"/>
          </p:cNvSpPr>
          <p:nvPr>
            <p:ph type="subTitle" idx="4"/>
          </p:nvPr>
        </p:nvSpPr>
        <p:spPr>
          <a:xfrm>
            <a:off x="2917223" y="4116100"/>
            <a:ext cx="4240500" cy="3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7" name="Google Shape;117;p13"/>
          <p:cNvSpPr txBox="1">
            <a:spLocks noGrp="1"/>
          </p:cNvSpPr>
          <p:nvPr>
            <p:ph type="title" idx="5" hasCustomPrompt="1"/>
          </p:nvPr>
        </p:nvSpPr>
        <p:spPr>
          <a:xfrm>
            <a:off x="1986273" y="140135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a:spLocks noGrp="1"/>
          </p:cNvSpPr>
          <p:nvPr>
            <p:ph type="title" idx="6" hasCustomPrompt="1"/>
          </p:nvPr>
        </p:nvSpPr>
        <p:spPr>
          <a:xfrm>
            <a:off x="1986273" y="3037983"/>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a:spLocks noGrp="1"/>
          </p:cNvSpPr>
          <p:nvPr>
            <p:ph type="title" idx="7" hasCustomPrompt="1"/>
          </p:nvPr>
        </p:nvSpPr>
        <p:spPr>
          <a:xfrm>
            <a:off x="1986273" y="2219667"/>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a:spLocks noGrp="1"/>
          </p:cNvSpPr>
          <p:nvPr>
            <p:ph type="title" idx="8" hasCustomPrompt="1"/>
          </p:nvPr>
        </p:nvSpPr>
        <p:spPr>
          <a:xfrm>
            <a:off x="1986273" y="3856300"/>
            <a:ext cx="590400" cy="36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a:spLocks noGrp="1"/>
          </p:cNvSpPr>
          <p:nvPr>
            <p:ph type="subTitle" idx="9"/>
          </p:nvPr>
        </p:nvSpPr>
        <p:spPr>
          <a:xfrm>
            <a:off x="2917223" y="140135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2" name="Google Shape;122;p13"/>
          <p:cNvSpPr txBox="1">
            <a:spLocks noGrp="1"/>
          </p:cNvSpPr>
          <p:nvPr>
            <p:ph type="subTitle" idx="13"/>
          </p:nvPr>
        </p:nvSpPr>
        <p:spPr>
          <a:xfrm>
            <a:off x="2917227" y="2219700"/>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3" name="Google Shape;123;p13"/>
          <p:cNvSpPr txBox="1">
            <a:spLocks noGrp="1"/>
          </p:cNvSpPr>
          <p:nvPr>
            <p:ph type="subTitle" idx="14"/>
          </p:nvPr>
        </p:nvSpPr>
        <p:spPr>
          <a:xfrm>
            <a:off x="2917223" y="3037976"/>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sp>
        <p:nvSpPr>
          <p:cNvPr id="124" name="Google Shape;124;p13"/>
          <p:cNvSpPr txBox="1">
            <a:spLocks noGrp="1"/>
          </p:cNvSpPr>
          <p:nvPr>
            <p:ph type="subTitle" idx="15"/>
          </p:nvPr>
        </p:nvSpPr>
        <p:spPr>
          <a:xfrm>
            <a:off x="2917227" y="3856301"/>
            <a:ext cx="4240500" cy="3636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Sora"/>
              <a:buNone/>
              <a:defRPr sz="2000" b="1">
                <a:latin typeface="Sora"/>
                <a:ea typeface="Sora"/>
                <a:cs typeface="Sora"/>
                <a:sym typeface="Sora"/>
              </a:defRPr>
            </a:lvl1pPr>
            <a:lvl2pPr lvl="1" algn="ctr" rtl="0">
              <a:lnSpc>
                <a:spcPct val="115000"/>
              </a:lnSpc>
              <a:spcBef>
                <a:spcPts val="0"/>
              </a:spcBef>
              <a:spcAft>
                <a:spcPts val="0"/>
              </a:spcAft>
              <a:buSzPts val="2400"/>
              <a:buFont typeface="Sora"/>
              <a:buNone/>
              <a:defRPr sz="2400" b="1">
                <a:latin typeface="Sora"/>
                <a:ea typeface="Sora"/>
                <a:cs typeface="Sora"/>
                <a:sym typeface="Sora"/>
              </a:defRPr>
            </a:lvl2pPr>
            <a:lvl3pPr lvl="2" algn="ctr" rtl="0">
              <a:lnSpc>
                <a:spcPct val="115000"/>
              </a:lnSpc>
              <a:spcBef>
                <a:spcPts val="0"/>
              </a:spcBef>
              <a:spcAft>
                <a:spcPts val="0"/>
              </a:spcAft>
              <a:buSzPts val="2400"/>
              <a:buFont typeface="Sora"/>
              <a:buNone/>
              <a:defRPr sz="2400" b="1">
                <a:latin typeface="Sora"/>
                <a:ea typeface="Sora"/>
                <a:cs typeface="Sora"/>
                <a:sym typeface="Sora"/>
              </a:defRPr>
            </a:lvl3pPr>
            <a:lvl4pPr lvl="3" algn="ctr" rtl="0">
              <a:lnSpc>
                <a:spcPct val="115000"/>
              </a:lnSpc>
              <a:spcBef>
                <a:spcPts val="0"/>
              </a:spcBef>
              <a:spcAft>
                <a:spcPts val="0"/>
              </a:spcAft>
              <a:buSzPts val="2400"/>
              <a:buFont typeface="Sora"/>
              <a:buNone/>
              <a:defRPr sz="2400" b="1">
                <a:latin typeface="Sora"/>
                <a:ea typeface="Sora"/>
                <a:cs typeface="Sora"/>
                <a:sym typeface="Sora"/>
              </a:defRPr>
            </a:lvl4pPr>
            <a:lvl5pPr lvl="4" algn="ctr" rtl="0">
              <a:lnSpc>
                <a:spcPct val="115000"/>
              </a:lnSpc>
              <a:spcBef>
                <a:spcPts val="0"/>
              </a:spcBef>
              <a:spcAft>
                <a:spcPts val="0"/>
              </a:spcAft>
              <a:buSzPts val="2400"/>
              <a:buFont typeface="Sora"/>
              <a:buNone/>
              <a:defRPr sz="2400" b="1">
                <a:latin typeface="Sora"/>
                <a:ea typeface="Sora"/>
                <a:cs typeface="Sora"/>
                <a:sym typeface="Sora"/>
              </a:defRPr>
            </a:lvl5pPr>
            <a:lvl6pPr lvl="5" algn="ctr" rtl="0">
              <a:lnSpc>
                <a:spcPct val="115000"/>
              </a:lnSpc>
              <a:spcBef>
                <a:spcPts val="0"/>
              </a:spcBef>
              <a:spcAft>
                <a:spcPts val="0"/>
              </a:spcAft>
              <a:buSzPts val="2400"/>
              <a:buFont typeface="Sora"/>
              <a:buNone/>
              <a:defRPr sz="2400" b="1">
                <a:latin typeface="Sora"/>
                <a:ea typeface="Sora"/>
                <a:cs typeface="Sora"/>
                <a:sym typeface="Sora"/>
              </a:defRPr>
            </a:lvl6pPr>
            <a:lvl7pPr lvl="6" algn="ctr" rtl="0">
              <a:lnSpc>
                <a:spcPct val="115000"/>
              </a:lnSpc>
              <a:spcBef>
                <a:spcPts val="0"/>
              </a:spcBef>
              <a:spcAft>
                <a:spcPts val="0"/>
              </a:spcAft>
              <a:buSzPts val="2400"/>
              <a:buFont typeface="Sora"/>
              <a:buNone/>
              <a:defRPr sz="2400" b="1">
                <a:latin typeface="Sora"/>
                <a:ea typeface="Sora"/>
                <a:cs typeface="Sora"/>
                <a:sym typeface="Sora"/>
              </a:defRPr>
            </a:lvl7pPr>
            <a:lvl8pPr lvl="7" algn="ctr" rtl="0">
              <a:lnSpc>
                <a:spcPct val="115000"/>
              </a:lnSpc>
              <a:spcBef>
                <a:spcPts val="0"/>
              </a:spcBef>
              <a:spcAft>
                <a:spcPts val="0"/>
              </a:spcAft>
              <a:buSzPts val="2400"/>
              <a:buFont typeface="Sora"/>
              <a:buNone/>
              <a:defRPr sz="2400" b="1">
                <a:latin typeface="Sora"/>
                <a:ea typeface="Sora"/>
                <a:cs typeface="Sora"/>
                <a:sym typeface="Sora"/>
              </a:defRPr>
            </a:lvl8pPr>
            <a:lvl9pPr lvl="8" algn="ctr" rtl="0">
              <a:lnSpc>
                <a:spcPct val="115000"/>
              </a:lnSpc>
              <a:spcBef>
                <a:spcPts val="0"/>
              </a:spcBef>
              <a:spcAft>
                <a:spcPts val="0"/>
              </a:spcAft>
              <a:buSzPts val="2400"/>
              <a:buFont typeface="Sora"/>
              <a:buNone/>
              <a:defRPr sz="2400" b="1">
                <a:latin typeface="Sora"/>
                <a:ea typeface="Sora"/>
                <a:cs typeface="Sora"/>
                <a:sym typeface="Sora"/>
              </a:defRPr>
            </a:lvl9pPr>
          </a:lstStyle>
          <a:p>
            <a:endParaRPr/>
          </a:p>
        </p:txBody>
      </p:sp>
      <p:grpSp>
        <p:nvGrpSpPr>
          <p:cNvPr id="125" name="Google Shape;125;p13"/>
          <p:cNvGrpSpPr/>
          <p:nvPr/>
        </p:nvGrpSpPr>
        <p:grpSpPr>
          <a:xfrm>
            <a:off x="8113600" y="227500"/>
            <a:ext cx="882599" cy="403555"/>
            <a:chOff x="7884075" y="238975"/>
            <a:chExt cx="882599" cy="403555"/>
          </a:xfrm>
        </p:grpSpPr>
        <p:sp>
          <p:nvSpPr>
            <p:cNvPr id="126" name="Google Shape;126;p13"/>
            <p:cNvSpPr/>
            <p:nvPr/>
          </p:nvSpPr>
          <p:spPr>
            <a:xfrm>
              <a:off x="8255437" y="436475"/>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p:nvPr/>
          </p:nvSpPr>
          <p:spPr>
            <a:xfrm>
              <a:off x="7884075" y="238975"/>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3"/>
            <p:cNvSpPr/>
            <p:nvPr/>
          </p:nvSpPr>
          <p:spPr>
            <a:xfrm>
              <a:off x="8626800" y="378850"/>
              <a:ext cx="139874" cy="139874"/>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13"/>
          <p:cNvGrpSpPr/>
          <p:nvPr/>
        </p:nvGrpSpPr>
        <p:grpSpPr>
          <a:xfrm>
            <a:off x="378100" y="-216500"/>
            <a:ext cx="8131200" cy="5239200"/>
            <a:chOff x="378100" y="-216500"/>
            <a:chExt cx="8131200" cy="5239200"/>
          </a:xfrm>
        </p:grpSpPr>
        <p:cxnSp>
          <p:nvCxnSpPr>
            <p:cNvPr id="130" name="Google Shape;130;p13"/>
            <p:cNvCxnSpPr/>
            <p:nvPr/>
          </p:nvCxnSpPr>
          <p:spPr>
            <a:xfrm>
              <a:off x="378100" y="-2165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cxnSp>
          <p:nvCxnSpPr>
            <p:cNvPr id="131" name="Google Shape;131;p13"/>
            <p:cNvCxnSpPr/>
            <p:nvPr/>
          </p:nvCxnSpPr>
          <p:spPr>
            <a:xfrm>
              <a:off x="530500" y="-64100"/>
              <a:ext cx="7978800" cy="5086800"/>
            </a:xfrm>
            <a:prstGeom prst="bentConnector3">
              <a:avLst>
                <a:gd name="adj1" fmla="val -970"/>
              </a:avLst>
            </a:prstGeom>
            <a:noFill/>
            <a:ln w="19050" cap="flat" cmpd="sng">
              <a:solidFill>
                <a:schemeClr val="lt2"/>
              </a:solidFill>
              <a:prstDash val="solid"/>
              <a:round/>
              <a:headEnd type="none" w="med" len="med"/>
              <a:tailEnd type="oval"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160"/>
        <p:cNvGrpSpPr/>
        <p:nvPr/>
      </p:nvGrpSpPr>
      <p:grpSpPr>
        <a:xfrm>
          <a:off x="0" y="0"/>
          <a:ext cx="0" cy="0"/>
          <a:chOff x="0" y="0"/>
          <a:chExt cx="0" cy="0"/>
        </a:xfrm>
      </p:grpSpPr>
      <p:sp>
        <p:nvSpPr>
          <p:cNvPr id="161" name="Google Shape;16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62" name="Google Shape;162;p17"/>
          <p:cNvSpPr txBox="1">
            <a:spLocks noGrp="1"/>
          </p:cNvSpPr>
          <p:nvPr>
            <p:ph type="subTitle" idx="1"/>
          </p:nvPr>
        </p:nvSpPr>
        <p:spPr>
          <a:xfrm>
            <a:off x="4827974"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63" name="Google Shape;163;p17"/>
          <p:cNvSpPr txBox="1">
            <a:spLocks noGrp="1"/>
          </p:cNvSpPr>
          <p:nvPr>
            <p:ph type="subTitle" idx="2"/>
          </p:nvPr>
        </p:nvSpPr>
        <p:spPr>
          <a:xfrm>
            <a:off x="997425" y="1602925"/>
            <a:ext cx="3318600" cy="1921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rot="-5400000" flipH="1">
              <a:off x="6857075" y="1775500"/>
              <a:ext cx="4097100" cy="187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6" name="Google Shape;166;p17"/>
            <p:cNvCxnSpPr/>
            <p:nvPr/>
          </p:nvCxnSpPr>
          <p:spPr>
            <a:xfrm rot="10800000" flipH="1">
              <a:off x="667900" y="4271400"/>
              <a:ext cx="2765700" cy="9639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7" name="Google Shape;167;p17"/>
            <p:cNvCxnSpPr/>
            <p:nvPr/>
          </p:nvCxnSpPr>
          <p:spPr>
            <a:xfrm rot="5400000" flipH="1">
              <a:off x="7318025" y="39077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68" name="Google Shape;168;p17"/>
            <p:cNvCxnSpPr/>
            <p:nvPr/>
          </p:nvCxnSpPr>
          <p:spPr>
            <a:xfrm rot="5400000" flipH="1">
              <a:off x="7083950" y="45416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cxnSp>
          <p:nvCxnSpPr>
            <p:cNvPr id="169" name="Google Shape;169;p17"/>
            <p:cNvCxnSpPr/>
            <p:nvPr/>
          </p:nvCxnSpPr>
          <p:spPr>
            <a:xfrm rot="10800000" flipH="1">
              <a:off x="-320650" y="4087825"/>
              <a:ext cx="5808300" cy="8787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170" name="Google Shape;170;p17"/>
            <p:cNvCxnSpPr/>
            <p:nvPr/>
          </p:nvCxnSpPr>
          <p:spPr>
            <a:xfrm rot="5400000">
              <a:off x="-237850" y="2225"/>
              <a:ext cx="2082300" cy="729600"/>
            </a:xfrm>
            <a:prstGeom prst="bentConnector3">
              <a:avLst>
                <a:gd name="adj1" fmla="val 43507"/>
              </a:avLst>
            </a:prstGeom>
            <a:noFill/>
            <a:ln w="19050" cap="flat" cmpd="sng">
              <a:solidFill>
                <a:schemeClr val="lt2"/>
              </a:solidFill>
              <a:prstDash val="solid"/>
              <a:round/>
              <a:headEnd type="none" w="med" len="med"/>
              <a:tailEnd type="oval" w="med" len="med"/>
            </a:ln>
          </p:spPr>
        </p:cxnSp>
        <p:cxnSp>
          <p:nvCxnSpPr>
            <p:cNvPr id="171" name="Google Shape;171;p17"/>
            <p:cNvCxnSpPr/>
            <p:nvPr/>
          </p:nvCxnSpPr>
          <p:spPr>
            <a:xfrm rot="5400000">
              <a:off x="-317750" y="-132725"/>
              <a:ext cx="1866600" cy="606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7"/>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7"/>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5"/>
        <p:cNvGrpSpPr/>
        <p:nvPr/>
      </p:nvGrpSpPr>
      <p:grpSpPr>
        <a:xfrm>
          <a:off x="0" y="0"/>
          <a:ext cx="0" cy="0"/>
          <a:chOff x="0" y="0"/>
          <a:chExt cx="0" cy="0"/>
        </a:xfrm>
      </p:grpSpPr>
      <p:grpSp>
        <p:nvGrpSpPr>
          <p:cNvPr id="336" name="Google Shape;336;p28"/>
          <p:cNvGrpSpPr/>
          <p:nvPr/>
        </p:nvGrpSpPr>
        <p:grpSpPr>
          <a:xfrm>
            <a:off x="-709225" y="2020450"/>
            <a:ext cx="10403925" cy="4250875"/>
            <a:chOff x="-709225" y="2020450"/>
            <a:chExt cx="10403925" cy="4250875"/>
          </a:xfrm>
        </p:grpSpPr>
        <p:grpSp>
          <p:nvGrpSpPr>
            <p:cNvPr id="337" name="Google Shape;337;p28"/>
            <p:cNvGrpSpPr/>
            <p:nvPr/>
          </p:nvGrpSpPr>
          <p:grpSpPr>
            <a:xfrm>
              <a:off x="176175" y="2459300"/>
              <a:ext cx="418425" cy="3812025"/>
              <a:chOff x="176175" y="2459300"/>
              <a:chExt cx="418425" cy="3812025"/>
            </a:xfrm>
          </p:grpSpPr>
          <p:cxnSp>
            <p:nvCxnSpPr>
              <p:cNvPr id="338" name="Google Shape;338;p28"/>
              <p:cNvCxnSpPr/>
              <p:nvPr/>
            </p:nvCxnSpPr>
            <p:spPr>
              <a:xfrm rot="5400000" flipH="1">
                <a:off x="-1093800" y="3815900"/>
                <a:ext cx="3045000" cy="3318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39" name="Google Shape;339;p28"/>
              <p:cNvCxnSpPr/>
              <p:nvPr/>
            </p:nvCxnSpPr>
            <p:spPr>
              <a:xfrm rot="5400000" flipH="1">
                <a:off x="-1327875" y="4449875"/>
                <a:ext cx="3325500" cy="317400"/>
              </a:xfrm>
              <a:prstGeom prst="bentConnector3">
                <a:avLst>
                  <a:gd name="adj1" fmla="val 64575"/>
                </a:avLst>
              </a:prstGeom>
              <a:noFill/>
              <a:ln w="19050" cap="flat" cmpd="sng">
                <a:solidFill>
                  <a:schemeClr val="lt2"/>
                </a:solidFill>
                <a:prstDash val="solid"/>
                <a:round/>
                <a:headEnd type="none" w="med" len="med"/>
                <a:tailEnd type="oval" w="med" len="med"/>
              </a:ln>
            </p:spPr>
          </p:cxnSp>
        </p:grpSp>
        <p:grpSp>
          <p:nvGrpSpPr>
            <p:cNvPr id="340" name="Google Shape;340;p28"/>
            <p:cNvGrpSpPr/>
            <p:nvPr/>
          </p:nvGrpSpPr>
          <p:grpSpPr>
            <a:xfrm>
              <a:off x="-709225" y="4185350"/>
              <a:ext cx="7895400" cy="1976375"/>
              <a:chOff x="-709225" y="4185350"/>
              <a:chExt cx="7895400" cy="1976375"/>
            </a:xfrm>
          </p:grpSpPr>
          <p:cxnSp>
            <p:nvCxnSpPr>
              <p:cNvPr id="341" name="Google Shape;341;p28"/>
              <p:cNvCxnSpPr/>
              <p:nvPr/>
            </p:nvCxnSpPr>
            <p:spPr>
              <a:xfrm rot="10800000" flipH="1">
                <a:off x="-709225" y="4185350"/>
                <a:ext cx="7895400" cy="1147500"/>
              </a:xfrm>
              <a:prstGeom prst="bentConnector3">
                <a:avLst>
                  <a:gd name="adj1" fmla="val 71221"/>
                </a:avLst>
              </a:prstGeom>
              <a:noFill/>
              <a:ln w="19050" cap="flat" cmpd="sng">
                <a:solidFill>
                  <a:schemeClr val="lt2"/>
                </a:solidFill>
                <a:prstDash val="solid"/>
                <a:round/>
                <a:headEnd type="none" w="med" len="med"/>
                <a:tailEnd type="oval" w="med" len="med"/>
              </a:ln>
            </p:spPr>
          </p:cxnSp>
          <p:cxnSp>
            <p:nvCxnSpPr>
              <p:cNvPr id="342" name="Google Shape;342;p28"/>
              <p:cNvCxnSpPr/>
              <p:nvPr/>
            </p:nvCxnSpPr>
            <p:spPr>
              <a:xfrm rot="10800000" flipH="1">
                <a:off x="2953025" y="4367125"/>
                <a:ext cx="3567000" cy="1794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43" name="Google Shape;343;p28"/>
            <p:cNvGrpSpPr/>
            <p:nvPr/>
          </p:nvGrpSpPr>
          <p:grpSpPr>
            <a:xfrm>
              <a:off x="8878450" y="2020450"/>
              <a:ext cx="816250" cy="2568900"/>
              <a:chOff x="8878450" y="2020450"/>
              <a:chExt cx="816250" cy="2568900"/>
            </a:xfrm>
          </p:grpSpPr>
          <p:cxnSp>
            <p:nvCxnSpPr>
              <p:cNvPr id="344" name="Google Shape;344;p28"/>
              <p:cNvCxnSpPr/>
              <p:nvPr/>
            </p:nvCxnSpPr>
            <p:spPr>
              <a:xfrm rot="5400000">
                <a:off x="7933150" y="2965750"/>
                <a:ext cx="2568900" cy="678300"/>
              </a:xfrm>
              <a:prstGeom prst="bentConnector3">
                <a:avLst>
                  <a:gd name="adj1" fmla="val 4494"/>
                </a:avLst>
              </a:prstGeom>
              <a:noFill/>
              <a:ln w="19050" cap="flat" cmpd="sng">
                <a:solidFill>
                  <a:schemeClr val="lt2"/>
                </a:solidFill>
                <a:prstDash val="solid"/>
                <a:round/>
                <a:headEnd type="none" w="med" len="med"/>
                <a:tailEnd type="oval" w="med" len="med"/>
              </a:ln>
            </p:spPr>
          </p:cxnSp>
          <p:cxnSp>
            <p:nvCxnSpPr>
              <p:cNvPr id="345" name="Google Shape;345;p28"/>
              <p:cNvCxnSpPr/>
              <p:nvPr/>
            </p:nvCxnSpPr>
            <p:spPr>
              <a:xfrm rot="5400000">
                <a:off x="8288750" y="2779400"/>
                <a:ext cx="2082300" cy="7296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grpSp>
        <p:nvGrpSpPr>
          <p:cNvPr id="346" name="Google Shape;346;p28"/>
          <p:cNvGrpSpPr/>
          <p:nvPr/>
        </p:nvGrpSpPr>
        <p:grpSpPr>
          <a:xfrm>
            <a:off x="84278" y="2240873"/>
            <a:ext cx="8837445" cy="2718104"/>
            <a:chOff x="84278" y="2240873"/>
            <a:chExt cx="8837445" cy="2718104"/>
          </a:xfrm>
        </p:grpSpPr>
        <p:sp>
          <p:nvSpPr>
            <p:cNvPr id="347" name="Google Shape;347;p28"/>
            <p:cNvSpPr/>
            <p:nvPr/>
          </p:nvSpPr>
          <p:spPr>
            <a:xfrm>
              <a:off x="84278" y="22408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8777403" y="4814673"/>
              <a:ext cx="144320" cy="144304"/>
            </a:xfrm>
            <a:custGeom>
              <a:avLst/>
              <a:gdLst/>
              <a:ahLst/>
              <a:cxnLst/>
              <a:rect l="l" t="t" r="r" b="b"/>
              <a:pathLst>
                <a:path w="3298" h="3298" extrusionOk="0">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9"/>
        <p:cNvGrpSpPr/>
        <p:nvPr/>
      </p:nvGrpSpPr>
      <p:grpSpPr>
        <a:xfrm>
          <a:off x="0" y="0"/>
          <a:ext cx="0" cy="0"/>
          <a:chOff x="0" y="0"/>
          <a:chExt cx="0" cy="0"/>
        </a:xfrm>
      </p:grpSpPr>
      <p:grpSp>
        <p:nvGrpSpPr>
          <p:cNvPr id="350" name="Google Shape;350;p29"/>
          <p:cNvGrpSpPr/>
          <p:nvPr/>
        </p:nvGrpSpPr>
        <p:grpSpPr>
          <a:xfrm>
            <a:off x="140000" y="188300"/>
            <a:ext cx="580000" cy="6094500"/>
            <a:chOff x="140000" y="188300"/>
            <a:chExt cx="580000" cy="6094500"/>
          </a:xfrm>
        </p:grpSpPr>
        <p:cxnSp>
          <p:nvCxnSpPr>
            <p:cNvPr id="351" name="Google Shape;351;p29"/>
            <p:cNvCxnSpPr/>
            <p:nvPr/>
          </p:nvCxnSpPr>
          <p:spPr>
            <a:xfrm rot="-5400000">
              <a:off x="-522000" y="4271050"/>
              <a:ext cx="2018700" cy="465300"/>
            </a:xfrm>
            <a:prstGeom prst="bentConnector2">
              <a:avLst/>
            </a:prstGeom>
            <a:noFill/>
            <a:ln w="19050" cap="flat" cmpd="sng">
              <a:solidFill>
                <a:schemeClr val="lt2"/>
              </a:solidFill>
              <a:prstDash val="solid"/>
              <a:round/>
              <a:headEnd type="none" w="med" len="med"/>
              <a:tailEnd type="oval" w="med" len="med"/>
            </a:ln>
          </p:spPr>
        </p:cxnSp>
        <p:cxnSp>
          <p:nvCxnSpPr>
            <p:cNvPr id="352" name="Google Shape;352;p29"/>
            <p:cNvCxnSpPr/>
            <p:nvPr/>
          </p:nvCxnSpPr>
          <p:spPr>
            <a:xfrm rot="-5400000">
              <a:off x="-2575525" y="3200000"/>
              <a:ext cx="6094500" cy="71100"/>
            </a:xfrm>
            <a:prstGeom prst="bentConnector3">
              <a:avLst>
                <a:gd name="adj1" fmla="val 50000"/>
              </a:avLst>
            </a:prstGeom>
            <a:noFill/>
            <a:ln w="19050" cap="flat" cmpd="sng">
              <a:solidFill>
                <a:schemeClr val="lt2"/>
              </a:solidFill>
              <a:prstDash val="solid"/>
              <a:round/>
              <a:headEnd type="none" w="med" len="med"/>
              <a:tailEnd type="oval" w="med" len="med"/>
            </a:ln>
          </p:spPr>
        </p:cxnSp>
        <p:cxnSp>
          <p:nvCxnSpPr>
            <p:cNvPr id="353" name="Google Shape;353;p29"/>
            <p:cNvCxnSpPr/>
            <p:nvPr/>
          </p:nvCxnSpPr>
          <p:spPr>
            <a:xfrm rot="-5400000">
              <a:off x="-1584400" y="3258800"/>
              <a:ext cx="3657300" cy="208500"/>
            </a:xfrm>
            <a:prstGeom prst="bentConnector3">
              <a:avLst>
                <a:gd name="adj1" fmla="val 50000"/>
              </a:avLst>
            </a:prstGeom>
            <a:noFill/>
            <a:ln w="19050" cap="flat" cmpd="sng">
              <a:solidFill>
                <a:schemeClr val="lt2"/>
              </a:solidFill>
              <a:prstDash val="solid"/>
              <a:round/>
              <a:headEnd type="none" w="med" len="med"/>
              <a:tailEnd type="oval" w="med" len="med"/>
            </a:ln>
          </p:spPr>
        </p:cxnSp>
      </p:grpSp>
      <p:grpSp>
        <p:nvGrpSpPr>
          <p:cNvPr id="354" name="Google Shape;354;p29"/>
          <p:cNvGrpSpPr/>
          <p:nvPr/>
        </p:nvGrpSpPr>
        <p:grpSpPr>
          <a:xfrm>
            <a:off x="64493" y="394791"/>
            <a:ext cx="400449" cy="2933146"/>
            <a:chOff x="7553711" y="-2334286"/>
            <a:chExt cx="455625" cy="3337292"/>
          </a:xfrm>
        </p:grpSpPr>
        <p:sp>
          <p:nvSpPr>
            <p:cNvPr id="355" name="Google Shape;355;p29"/>
            <p:cNvSpPr/>
            <p:nvPr/>
          </p:nvSpPr>
          <p:spPr>
            <a:xfrm>
              <a:off x="7728940" y="-1977361"/>
              <a:ext cx="280396" cy="280396"/>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9"/>
            <p:cNvSpPr/>
            <p:nvPr/>
          </p:nvSpPr>
          <p:spPr>
            <a:xfrm>
              <a:off x="7766124" y="796950"/>
              <a:ext cx="206055" cy="20605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9"/>
            <p:cNvSpPr/>
            <p:nvPr/>
          </p:nvSpPr>
          <p:spPr>
            <a:xfrm>
              <a:off x="7553711" y="-2334286"/>
              <a:ext cx="151325" cy="151325"/>
            </a:xfrm>
            <a:custGeom>
              <a:avLst/>
              <a:gdLst/>
              <a:ahLst/>
              <a:cxnLst/>
              <a:rect l="l" t="t" r="r" b="b"/>
              <a:pathLst>
                <a:path w="6648" h="6648" extrusionOk="0">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723"/>
        <p:cNvGrpSpPr/>
        <p:nvPr/>
      </p:nvGrpSpPr>
      <p:grpSpPr>
        <a:xfrm>
          <a:off x="0" y="0"/>
          <a:ext cx="0" cy="0"/>
          <a:chOff x="0" y="0"/>
          <a:chExt cx="0" cy="0"/>
        </a:xfrm>
      </p:grpSpPr>
      <p:sp>
        <p:nvSpPr>
          <p:cNvPr id="724" name="Google Shape;724;p19"/>
          <p:cNvSpPr txBox="1">
            <a:spLocks noGrp="1"/>
          </p:cNvSpPr>
          <p:nvPr>
            <p:ph type="title"/>
          </p:nvPr>
        </p:nvSpPr>
        <p:spPr>
          <a:xfrm>
            <a:off x="5026800" y="2001148"/>
            <a:ext cx="3157500" cy="576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25" name="Google Shape;725;p19"/>
          <p:cNvSpPr txBox="1">
            <a:spLocks noGrp="1"/>
          </p:cNvSpPr>
          <p:nvPr>
            <p:ph type="subTitle" idx="1"/>
          </p:nvPr>
        </p:nvSpPr>
        <p:spPr>
          <a:xfrm>
            <a:off x="5027025" y="2577134"/>
            <a:ext cx="3157500" cy="792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26" name="Google Shape;726;p19"/>
          <p:cNvGrpSpPr/>
          <p:nvPr/>
        </p:nvGrpSpPr>
        <p:grpSpPr>
          <a:xfrm>
            <a:off x="6950792" y="-147006"/>
            <a:ext cx="2532725" cy="1881750"/>
            <a:chOff x="7221517" y="-507956"/>
            <a:chExt cx="2532725" cy="1881750"/>
          </a:xfrm>
        </p:grpSpPr>
        <p:sp>
          <p:nvSpPr>
            <p:cNvPr id="727" name="Google Shape;727;p19"/>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9"/>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19"/>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9"/>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9"/>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9"/>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9"/>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9"/>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9"/>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9"/>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19"/>
          <p:cNvGrpSpPr/>
          <p:nvPr/>
        </p:nvGrpSpPr>
        <p:grpSpPr>
          <a:xfrm>
            <a:off x="6399342" y="3763244"/>
            <a:ext cx="2532725" cy="1881750"/>
            <a:chOff x="7221517" y="-507956"/>
            <a:chExt cx="2532725" cy="1881750"/>
          </a:xfrm>
        </p:grpSpPr>
        <p:sp>
          <p:nvSpPr>
            <p:cNvPr id="738" name="Google Shape;738;p19"/>
            <p:cNvSpPr/>
            <p:nvPr/>
          </p:nvSpPr>
          <p:spPr>
            <a:xfrm rot="-157512" flipH="1">
              <a:off x="8467712" y="47987"/>
              <a:ext cx="57072" cy="57047"/>
            </a:xfrm>
            <a:custGeom>
              <a:avLst/>
              <a:gdLst/>
              <a:ahLst/>
              <a:cxnLst/>
              <a:rect l="l" t="t" r="r" b="b"/>
              <a:pathLst>
                <a:path w="2283" h="2282" extrusionOk="0">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9"/>
            <p:cNvSpPr/>
            <p:nvPr/>
          </p:nvSpPr>
          <p:spPr>
            <a:xfrm rot="-157512" flipH="1">
              <a:off x="8489459" y="-461709"/>
              <a:ext cx="650192" cy="721064"/>
            </a:xfrm>
            <a:custGeom>
              <a:avLst/>
              <a:gdLst/>
              <a:ahLst/>
              <a:cxnLst/>
              <a:rect l="l" t="t" r="r" b="b"/>
              <a:pathLst>
                <a:path w="26009" h="28844" fill="none" extrusionOk="0">
                  <a:moveTo>
                    <a:pt x="26008" y="20743"/>
                  </a:moveTo>
                  <a:lnTo>
                    <a:pt x="24980" y="6321"/>
                  </a:lnTo>
                  <a:lnTo>
                    <a:pt x="11976" y="0"/>
                  </a:lnTo>
                  <a:lnTo>
                    <a:pt x="0" y="8101"/>
                  </a:lnTo>
                  <a:lnTo>
                    <a:pt x="1028" y="22524"/>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9"/>
            <p:cNvSpPr/>
            <p:nvPr/>
          </p:nvSpPr>
          <p:spPr>
            <a:xfrm rot="-157512" flipH="1">
              <a:off x="7863600" y="-477589"/>
              <a:ext cx="650167" cy="721114"/>
            </a:xfrm>
            <a:custGeom>
              <a:avLst/>
              <a:gdLst/>
              <a:ahLst/>
              <a:cxnLst/>
              <a:rect l="l" t="t" r="r" b="b"/>
              <a:pathLst>
                <a:path w="26008" h="28846" fill="none" extrusionOk="0">
                  <a:moveTo>
                    <a:pt x="26008" y="20743"/>
                  </a:moveTo>
                  <a:lnTo>
                    <a:pt x="24980" y="6321"/>
                  </a:lnTo>
                  <a:lnTo>
                    <a:pt x="11975" y="1"/>
                  </a:lnTo>
                  <a:lnTo>
                    <a:pt x="0" y="8103"/>
                  </a:lnTo>
                  <a:lnTo>
                    <a:pt x="1028" y="22525"/>
                  </a:lnTo>
                  <a:lnTo>
                    <a:pt x="14032"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9"/>
            <p:cNvSpPr/>
            <p:nvPr/>
          </p:nvSpPr>
          <p:spPr>
            <a:xfrm rot="-157512" flipH="1">
              <a:off x="7237690" y="-493444"/>
              <a:ext cx="650217" cy="721114"/>
            </a:xfrm>
            <a:custGeom>
              <a:avLst/>
              <a:gdLst/>
              <a:ahLst/>
              <a:cxnLst/>
              <a:rect l="l" t="t" r="r" b="b"/>
              <a:pathLst>
                <a:path w="26010" h="28846" fill="none" extrusionOk="0">
                  <a:moveTo>
                    <a:pt x="26010" y="20743"/>
                  </a:moveTo>
                  <a:lnTo>
                    <a:pt x="24981" y="6321"/>
                  </a:lnTo>
                  <a:lnTo>
                    <a:pt x="11976" y="0"/>
                  </a:lnTo>
                  <a:lnTo>
                    <a:pt x="1" y="8102"/>
                  </a:lnTo>
                  <a:lnTo>
                    <a:pt x="1029"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19"/>
            <p:cNvSpPr/>
            <p:nvPr/>
          </p:nvSpPr>
          <p:spPr>
            <a:xfrm rot="-157512" flipH="1">
              <a:off x="8788681" y="88254"/>
              <a:ext cx="650192" cy="721064"/>
            </a:xfrm>
            <a:custGeom>
              <a:avLst/>
              <a:gdLst/>
              <a:ahLst/>
              <a:cxnLst/>
              <a:rect l="l" t="t" r="r" b="b"/>
              <a:pathLst>
                <a:path w="26009" h="28844" fill="none" extrusionOk="0">
                  <a:moveTo>
                    <a:pt x="26009" y="20743"/>
                  </a:moveTo>
                  <a:lnTo>
                    <a:pt x="24981" y="6320"/>
                  </a:lnTo>
                  <a:lnTo>
                    <a:pt x="11976" y="0"/>
                  </a:lnTo>
                  <a:lnTo>
                    <a:pt x="1" y="8101"/>
                  </a:lnTo>
                  <a:lnTo>
                    <a:pt x="1029" y="22523"/>
                  </a:lnTo>
                  <a:lnTo>
                    <a:pt x="14033" y="28844"/>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9"/>
            <p:cNvSpPr/>
            <p:nvPr/>
          </p:nvSpPr>
          <p:spPr>
            <a:xfrm rot="-157512" flipH="1">
              <a:off x="8162796" y="72374"/>
              <a:ext cx="650192" cy="721114"/>
            </a:xfrm>
            <a:custGeom>
              <a:avLst/>
              <a:gdLst/>
              <a:ahLst/>
              <a:cxnLst/>
              <a:rect l="l" t="t" r="r" b="b"/>
              <a:pathLst>
                <a:path w="26009" h="28846" fill="none" extrusionOk="0">
                  <a:moveTo>
                    <a:pt x="26008" y="20743"/>
                  </a:moveTo>
                  <a:lnTo>
                    <a:pt x="24980" y="6321"/>
                  </a:lnTo>
                  <a:lnTo>
                    <a:pt x="11976" y="1"/>
                  </a:lnTo>
                  <a:lnTo>
                    <a:pt x="1" y="8102"/>
                  </a:lnTo>
                  <a:lnTo>
                    <a:pt x="1029" y="22525"/>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9"/>
            <p:cNvSpPr/>
            <p:nvPr/>
          </p:nvSpPr>
          <p:spPr>
            <a:xfrm rot="-157512" flipH="1">
              <a:off x="9087877" y="638193"/>
              <a:ext cx="650192" cy="721089"/>
            </a:xfrm>
            <a:custGeom>
              <a:avLst/>
              <a:gdLst/>
              <a:ahLst/>
              <a:cxnLst/>
              <a:rect l="l" t="t" r="r" b="b"/>
              <a:pathLst>
                <a:path w="26009" h="28845" fill="none" extrusionOk="0">
                  <a:moveTo>
                    <a:pt x="26008" y="20744"/>
                  </a:moveTo>
                  <a:lnTo>
                    <a:pt x="24980" y="6321"/>
                  </a:lnTo>
                  <a:lnTo>
                    <a:pt x="11976" y="0"/>
                  </a:lnTo>
                  <a:lnTo>
                    <a:pt x="0" y="8102"/>
                  </a:lnTo>
                  <a:lnTo>
                    <a:pt x="1028" y="22524"/>
                  </a:lnTo>
                  <a:lnTo>
                    <a:pt x="14033" y="28845"/>
                  </a:lnTo>
                  <a:close/>
                </a:path>
              </a:pathLst>
            </a:custGeom>
            <a:noFill/>
            <a:ln w="7725" cap="flat" cmpd="sng">
              <a:solidFill>
                <a:schemeClr val="dk2"/>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9"/>
            <p:cNvSpPr/>
            <p:nvPr/>
          </p:nvSpPr>
          <p:spPr>
            <a:xfrm rot="-157512" flipH="1">
              <a:off x="7525463" y="193693"/>
              <a:ext cx="57047" cy="57047"/>
            </a:xfrm>
            <a:custGeom>
              <a:avLst/>
              <a:gdLst/>
              <a:ahLst/>
              <a:cxnLst/>
              <a:rect l="l" t="t" r="r" b="b"/>
              <a:pathLst>
                <a:path w="2282" h="2282" extrusionOk="0">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19"/>
            <p:cNvSpPr/>
            <p:nvPr/>
          </p:nvSpPr>
          <p:spPr>
            <a:xfrm rot="-157512" flipH="1">
              <a:off x="9076066" y="781639"/>
              <a:ext cx="57072" cy="57047"/>
            </a:xfrm>
            <a:custGeom>
              <a:avLst/>
              <a:gdLst/>
              <a:ahLst/>
              <a:cxnLst/>
              <a:rect l="l" t="t" r="r" b="b"/>
              <a:pathLst>
                <a:path w="2283" h="2282" extrusionOk="0">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19"/>
            <p:cNvSpPr/>
            <p:nvPr/>
          </p:nvSpPr>
          <p:spPr>
            <a:xfrm rot="-157512" flipH="1">
              <a:off x="9692804" y="1158867"/>
              <a:ext cx="57072" cy="57047"/>
            </a:xfrm>
            <a:custGeom>
              <a:avLst/>
              <a:gdLst/>
              <a:ahLst/>
              <a:cxnLst/>
              <a:rect l="l" t="t" r="r" b="b"/>
              <a:pathLst>
                <a:path w="2283" h="2282" extrusionOk="0">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78466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lumMod val="8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sz="3000" b="1">
                <a:solidFill>
                  <a:schemeClr val="dk1"/>
                </a:solidFill>
                <a:latin typeface="Sora"/>
                <a:ea typeface="Sora"/>
                <a:cs typeface="Sora"/>
                <a:sym typeface="Sora"/>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3" r:id="rId5"/>
    <p:sldLayoutId id="2147483674" r:id="rId6"/>
    <p:sldLayoutId id="2147483675" r:id="rId7"/>
    <p:sldLayoutId id="214748367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3.jp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3"/>
          <p:cNvSpPr txBox="1">
            <a:spLocks noGrp="1"/>
          </p:cNvSpPr>
          <p:nvPr>
            <p:ph type="ctrTitle"/>
          </p:nvPr>
        </p:nvSpPr>
        <p:spPr>
          <a:xfrm>
            <a:off x="4121038" y="101067"/>
            <a:ext cx="4260000" cy="2852545"/>
          </a:xfrm>
          <a:prstGeom prst="rect">
            <a:avLst/>
          </a:prstGeom>
        </p:spPr>
        <p:txBody>
          <a:bodyPr spcFirstLastPara="1" wrap="square" lIns="91425" tIns="91425" rIns="91425" bIns="91425" anchor="b" anchorCtr="0">
            <a:noAutofit/>
          </a:bodyPr>
          <a:lstStyle/>
          <a:p>
            <a:pPr algn="l" fontAlgn="base"/>
            <a:r>
              <a:rPr lang="en-US" sz="4000" i="0" dirty="0">
                <a:solidFill>
                  <a:srgbClr val="000000"/>
                </a:solidFill>
                <a:effectLst/>
                <a:latin typeface="inherit"/>
              </a:rPr>
              <a:t>Water Bodies Segmentation in Multispectral and Optical Images</a:t>
            </a:r>
            <a:endParaRPr lang="en-US" sz="4000" dirty="0"/>
          </a:p>
        </p:txBody>
      </p:sp>
      <p:sp>
        <p:nvSpPr>
          <p:cNvPr id="369" name="Google Shape;369;p33"/>
          <p:cNvSpPr txBox="1">
            <a:spLocks noGrp="1"/>
          </p:cNvSpPr>
          <p:nvPr>
            <p:ph type="subTitle" idx="1"/>
          </p:nvPr>
        </p:nvSpPr>
        <p:spPr>
          <a:xfrm>
            <a:off x="4164231" y="2955984"/>
            <a:ext cx="4260000" cy="128663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b="1" dirty="0"/>
              <a:t>Team members:</a:t>
            </a:r>
          </a:p>
          <a:p>
            <a:pPr marL="0" lvl="0" indent="0" algn="ctr" rtl="0">
              <a:spcBef>
                <a:spcPts val="0"/>
              </a:spcBef>
              <a:spcAft>
                <a:spcPts val="0"/>
              </a:spcAft>
              <a:buNone/>
            </a:pPr>
            <a:r>
              <a:rPr lang="en-US" sz="1800" b="1" dirty="0"/>
              <a:t>Mohamed Mostafa Mohamed </a:t>
            </a:r>
          </a:p>
          <a:p>
            <a:pPr marL="0" lvl="0" indent="0" algn="ctr" rtl="0">
              <a:spcBef>
                <a:spcPts val="0"/>
              </a:spcBef>
              <a:spcAft>
                <a:spcPts val="0"/>
              </a:spcAft>
              <a:buNone/>
            </a:pPr>
            <a:r>
              <a:rPr lang="en-US" sz="1800" b="1" dirty="0"/>
              <a:t>Mostafa Ahmed Mostafa</a:t>
            </a:r>
          </a:p>
        </p:txBody>
      </p:sp>
      <p:cxnSp>
        <p:nvCxnSpPr>
          <p:cNvPr id="370" name="Google Shape;370;p33"/>
          <p:cNvCxnSpPr>
            <a:cxnSpLocks/>
            <a:endCxn id="369" idx="1"/>
          </p:cNvCxnSpPr>
          <p:nvPr/>
        </p:nvCxnSpPr>
        <p:spPr>
          <a:xfrm rot="16200000" flipH="1">
            <a:off x="1763496" y="1198568"/>
            <a:ext cx="4456170" cy="345300"/>
          </a:xfrm>
          <a:prstGeom prst="bentConnector2">
            <a:avLst/>
          </a:prstGeom>
          <a:noFill/>
          <a:ln w="19050" cap="flat" cmpd="sng">
            <a:solidFill>
              <a:schemeClr val="lt2"/>
            </a:solidFill>
            <a:prstDash val="solid"/>
            <a:round/>
            <a:headEnd type="none" w="med" len="med"/>
            <a:tailEnd type="oval" w="med" len="med"/>
          </a:ln>
        </p:spPr>
      </p:cxnSp>
      <p:pic>
        <p:nvPicPr>
          <p:cNvPr id="20" name="Picture 19" descr="A satellite image of a river&#10;&#10;Description automatically generated">
            <a:extLst>
              <a:ext uri="{FF2B5EF4-FFF2-40B4-BE49-F238E27FC236}">
                <a16:creationId xmlns:a16="http://schemas.microsoft.com/office/drawing/2014/main" id="{2D6D3457-6E15-FCF8-9FCF-CD6F61278950}"/>
              </a:ext>
            </a:extLst>
          </p:cNvPr>
          <p:cNvPicPr>
            <a:picLocks noChangeAspect="1"/>
          </p:cNvPicPr>
          <p:nvPr/>
        </p:nvPicPr>
        <p:blipFill>
          <a:blip r:embed="rId3"/>
          <a:stretch>
            <a:fillRect/>
          </a:stretch>
        </p:blipFill>
        <p:spPr>
          <a:xfrm>
            <a:off x="385354" y="777240"/>
            <a:ext cx="3344092" cy="28220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riding a motorcycle on a street&#10;&#10;Description automatically generated">
            <a:extLst>
              <a:ext uri="{FF2B5EF4-FFF2-40B4-BE49-F238E27FC236}">
                <a16:creationId xmlns:a16="http://schemas.microsoft.com/office/drawing/2014/main" id="{EF3CB4F4-F185-35B5-7BBC-3103A0C0264D}"/>
              </a:ext>
            </a:extLst>
          </p:cNvPr>
          <p:cNvPicPr>
            <a:picLocks noChangeAspect="1"/>
          </p:cNvPicPr>
          <p:nvPr/>
        </p:nvPicPr>
        <p:blipFill>
          <a:blip r:embed="rId2"/>
          <a:stretch>
            <a:fillRect/>
          </a:stretch>
        </p:blipFill>
        <p:spPr>
          <a:xfrm>
            <a:off x="4692649" y="476512"/>
            <a:ext cx="3726969" cy="2095238"/>
          </a:xfrm>
          <a:prstGeom prst="rect">
            <a:avLst/>
          </a:prstGeom>
        </p:spPr>
      </p:pic>
      <p:sp>
        <p:nvSpPr>
          <p:cNvPr id="7" name="Google Shape;466;p36">
            <a:extLst>
              <a:ext uri="{FF2B5EF4-FFF2-40B4-BE49-F238E27FC236}">
                <a16:creationId xmlns:a16="http://schemas.microsoft.com/office/drawing/2014/main" id="{D228FFA1-636D-74F3-4115-D63A136EB31C}"/>
              </a:ext>
            </a:extLst>
          </p:cNvPr>
          <p:cNvSpPr txBox="1">
            <a:spLocks noGrp="1"/>
          </p:cNvSpPr>
          <p:nvPr>
            <p:ph type="title"/>
          </p:nvPr>
        </p:nvSpPr>
        <p:spPr>
          <a:xfrm>
            <a:off x="647749" y="1357231"/>
            <a:ext cx="4044900" cy="37645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What is the image segmentation?</a:t>
            </a:r>
            <a:endParaRPr sz="1600" dirty="0"/>
          </a:p>
        </p:txBody>
      </p:sp>
      <p:sp>
        <p:nvSpPr>
          <p:cNvPr id="10" name="Arrow: Right 9">
            <a:extLst>
              <a:ext uri="{FF2B5EF4-FFF2-40B4-BE49-F238E27FC236}">
                <a16:creationId xmlns:a16="http://schemas.microsoft.com/office/drawing/2014/main" id="{E35E0658-5B8E-AC35-78E8-79F9F0911600}"/>
              </a:ext>
            </a:extLst>
          </p:cNvPr>
          <p:cNvSpPr/>
          <p:nvPr/>
        </p:nvSpPr>
        <p:spPr>
          <a:xfrm>
            <a:off x="1739925" y="1879600"/>
            <a:ext cx="1504950" cy="3683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2" name="Picture 11" descr="Aerial view of a lake&#10;&#10;Description automatically generated">
            <a:extLst>
              <a:ext uri="{FF2B5EF4-FFF2-40B4-BE49-F238E27FC236}">
                <a16:creationId xmlns:a16="http://schemas.microsoft.com/office/drawing/2014/main" id="{F577FE2E-0EA1-30E1-45F1-7523A8199C2F}"/>
              </a:ext>
            </a:extLst>
          </p:cNvPr>
          <p:cNvPicPr>
            <a:picLocks noChangeAspect="1"/>
          </p:cNvPicPr>
          <p:nvPr/>
        </p:nvPicPr>
        <p:blipFill>
          <a:blip r:embed="rId3"/>
          <a:stretch>
            <a:fillRect/>
          </a:stretch>
        </p:blipFill>
        <p:spPr>
          <a:xfrm>
            <a:off x="1091269" y="3298857"/>
            <a:ext cx="1658281" cy="1327150"/>
          </a:xfrm>
          <a:prstGeom prst="rect">
            <a:avLst/>
          </a:prstGeom>
        </p:spPr>
      </p:pic>
      <p:pic>
        <p:nvPicPr>
          <p:cNvPr id="14" name="Picture 13" descr="A group of blue gears&#10;&#10;Description automatically generated">
            <a:extLst>
              <a:ext uri="{FF2B5EF4-FFF2-40B4-BE49-F238E27FC236}">
                <a16:creationId xmlns:a16="http://schemas.microsoft.com/office/drawing/2014/main" id="{9D88157E-9C2E-14FB-6608-A7CF6B38594F}"/>
              </a:ext>
            </a:extLst>
          </p:cNvPr>
          <p:cNvPicPr>
            <a:picLocks noChangeAspect="1"/>
          </p:cNvPicPr>
          <p:nvPr/>
        </p:nvPicPr>
        <p:blipFill>
          <a:blip r:embed="rId4"/>
          <a:stretch>
            <a:fillRect/>
          </a:stretch>
        </p:blipFill>
        <p:spPr>
          <a:xfrm>
            <a:off x="4273549" y="3215982"/>
            <a:ext cx="1441451" cy="1410025"/>
          </a:xfrm>
          <a:prstGeom prst="rect">
            <a:avLst/>
          </a:prstGeom>
        </p:spPr>
      </p:pic>
      <p:sp>
        <p:nvSpPr>
          <p:cNvPr id="15" name="Arrow: Right 14">
            <a:extLst>
              <a:ext uri="{FF2B5EF4-FFF2-40B4-BE49-F238E27FC236}">
                <a16:creationId xmlns:a16="http://schemas.microsoft.com/office/drawing/2014/main" id="{8155BE06-C42F-B95A-C4DD-65732D8F82D0}"/>
              </a:ext>
            </a:extLst>
          </p:cNvPr>
          <p:cNvSpPr/>
          <p:nvPr/>
        </p:nvSpPr>
        <p:spPr>
          <a:xfrm>
            <a:off x="2940049" y="3736844"/>
            <a:ext cx="1003325" cy="3683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B0464E29-CD4D-E84D-AD4E-C9814CCCA5A8}"/>
              </a:ext>
            </a:extLst>
          </p:cNvPr>
          <p:cNvSpPr/>
          <p:nvPr/>
        </p:nvSpPr>
        <p:spPr>
          <a:xfrm>
            <a:off x="5924549" y="3736844"/>
            <a:ext cx="1003325" cy="3683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8" name="Picture 17" descr="A white outline of a continent&#10;&#10;Description automatically generated">
            <a:extLst>
              <a:ext uri="{FF2B5EF4-FFF2-40B4-BE49-F238E27FC236}">
                <a16:creationId xmlns:a16="http://schemas.microsoft.com/office/drawing/2014/main" id="{F5D41B00-2420-03DC-5FD8-0A3C05285E0F}"/>
              </a:ext>
            </a:extLst>
          </p:cNvPr>
          <p:cNvPicPr>
            <a:picLocks noChangeAspect="1"/>
          </p:cNvPicPr>
          <p:nvPr/>
        </p:nvPicPr>
        <p:blipFill>
          <a:blip r:embed="rId5"/>
          <a:stretch>
            <a:fillRect/>
          </a:stretch>
        </p:blipFill>
        <p:spPr>
          <a:xfrm>
            <a:off x="7375978" y="3298857"/>
            <a:ext cx="1507672" cy="1327150"/>
          </a:xfrm>
          <a:prstGeom prst="rect">
            <a:avLst/>
          </a:prstGeom>
        </p:spPr>
      </p:pic>
    </p:spTree>
    <p:extLst>
      <p:ext uri="{BB962C8B-B14F-4D97-AF65-F5344CB8AC3E}">
        <p14:creationId xmlns:p14="http://schemas.microsoft.com/office/powerpoint/2010/main" val="326391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454" name="Google Shape;454;p35"/>
          <p:cNvSpPr txBox="1">
            <a:spLocks noGrp="1"/>
          </p:cNvSpPr>
          <p:nvPr>
            <p:ph type="title" idx="5"/>
          </p:nvPr>
        </p:nvSpPr>
        <p:spPr>
          <a:xfrm>
            <a:off x="1986273" y="1401350"/>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55" name="Google Shape;455;p35"/>
          <p:cNvSpPr txBox="1">
            <a:spLocks noGrp="1"/>
          </p:cNvSpPr>
          <p:nvPr>
            <p:ph type="title" idx="7"/>
          </p:nvPr>
        </p:nvSpPr>
        <p:spPr>
          <a:xfrm>
            <a:off x="1986273" y="2219667"/>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56" name="Google Shape;456;p35"/>
          <p:cNvSpPr txBox="1">
            <a:spLocks noGrp="1"/>
          </p:cNvSpPr>
          <p:nvPr>
            <p:ph type="title" idx="8"/>
          </p:nvPr>
        </p:nvSpPr>
        <p:spPr>
          <a:xfrm>
            <a:off x="1986273" y="3818200"/>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57" name="Google Shape;457;p35"/>
          <p:cNvSpPr txBox="1">
            <a:spLocks noGrp="1"/>
          </p:cNvSpPr>
          <p:nvPr>
            <p:ph type="title" idx="6"/>
          </p:nvPr>
        </p:nvSpPr>
        <p:spPr>
          <a:xfrm>
            <a:off x="1986273" y="3025283"/>
            <a:ext cx="590400" cy="36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58" name="Google Shape;458;p35"/>
          <p:cNvSpPr txBox="1">
            <a:spLocks noGrp="1"/>
          </p:cNvSpPr>
          <p:nvPr>
            <p:ph type="subTitle" idx="9"/>
          </p:nvPr>
        </p:nvSpPr>
        <p:spPr>
          <a:xfrm>
            <a:off x="2917223" y="1458500"/>
            <a:ext cx="4240500" cy="36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459" name="Google Shape;459;p35"/>
          <p:cNvSpPr txBox="1">
            <a:spLocks noGrp="1"/>
          </p:cNvSpPr>
          <p:nvPr>
            <p:ph type="subTitle" idx="13"/>
          </p:nvPr>
        </p:nvSpPr>
        <p:spPr>
          <a:xfrm>
            <a:off x="2917227" y="2264150"/>
            <a:ext cx="4240500" cy="36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Types of models</a:t>
            </a:r>
          </a:p>
        </p:txBody>
      </p:sp>
      <p:sp>
        <p:nvSpPr>
          <p:cNvPr id="460" name="Google Shape;460;p35"/>
          <p:cNvSpPr txBox="1">
            <a:spLocks noGrp="1"/>
          </p:cNvSpPr>
          <p:nvPr>
            <p:ph type="subTitle" idx="14"/>
          </p:nvPr>
        </p:nvSpPr>
        <p:spPr>
          <a:xfrm>
            <a:off x="2891823" y="2933700"/>
            <a:ext cx="4240500" cy="838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Related Work</a:t>
            </a:r>
          </a:p>
          <a:p>
            <a:pPr marL="0" lvl="0" indent="0" algn="l" rtl="0">
              <a:spcBef>
                <a:spcPts val="0"/>
              </a:spcBef>
              <a:spcAft>
                <a:spcPts val="0"/>
              </a:spcAft>
              <a:buNone/>
            </a:pPr>
            <a:endParaRPr dirty="0"/>
          </a:p>
        </p:txBody>
      </p:sp>
      <p:sp>
        <p:nvSpPr>
          <p:cNvPr id="461" name="Google Shape;461;p35"/>
          <p:cNvSpPr txBox="1">
            <a:spLocks noGrp="1"/>
          </p:cNvSpPr>
          <p:nvPr>
            <p:ph type="subTitle" idx="15"/>
          </p:nvPr>
        </p:nvSpPr>
        <p:spPr>
          <a:xfrm>
            <a:off x="2891827" y="3881701"/>
            <a:ext cx="4240500" cy="363600"/>
          </a:xfrm>
          <a:prstGeom prst="rect">
            <a:avLst/>
          </a:prstGeom>
        </p:spPr>
        <p:txBody>
          <a:bodyPr spcFirstLastPara="1" wrap="square" lIns="91425" tIns="91425" rIns="91425" bIns="91425" anchor="b" anchorCtr="0">
            <a:noAutofit/>
          </a:bodyPr>
          <a:lstStyle/>
          <a:p>
            <a:pPr marL="0" indent="0"/>
            <a:r>
              <a:rPr lang="en-US" dirty="0"/>
              <a:t>Dataset Overview</a:t>
            </a:r>
          </a:p>
        </p:txBody>
      </p:sp>
      <p:sp>
        <p:nvSpPr>
          <p:cNvPr id="2" name="Google Shape;456;p35">
            <a:extLst>
              <a:ext uri="{FF2B5EF4-FFF2-40B4-BE49-F238E27FC236}">
                <a16:creationId xmlns:a16="http://schemas.microsoft.com/office/drawing/2014/main" id="{43D49191-B5D5-4AA3-1332-1848A8A1B87E}"/>
              </a:ext>
            </a:extLst>
          </p:cNvPr>
          <p:cNvSpPr txBox="1">
            <a:spLocks/>
          </p:cNvSpPr>
          <p:nvPr/>
        </p:nvSpPr>
        <p:spPr>
          <a:xfrm>
            <a:off x="1992623" y="4472250"/>
            <a:ext cx="590400" cy="363600"/>
          </a:xfrm>
          <a:prstGeom prst="rect">
            <a:avLst/>
          </a:prstGeom>
          <a:solidFill>
            <a:schemeClr val="l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Sora"/>
              <a:buNone/>
              <a:defRPr sz="2000" b="1" i="0" u="none" strike="noStrike" cap="none">
                <a:solidFill>
                  <a:schemeClr val="accent2"/>
                </a:solidFill>
                <a:latin typeface="Sora"/>
                <a:ea typeface="Sora"/>
                <a:cs typeface="Sora"/>
                <a:sym typeface="Sora"/>
              </a:defRPr>
            </a:lvl1pPr>
            <a:lvl2pPr marR="0" lvl="1"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2pPr>
            <a:lvl3pPr marR="0" lvl="2"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3pPr>
            <a:lvl4pPr marR="0" lvl="3"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4pPr>
            <a:lvl5pPr marR="0" lvl="4"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5pPr>
            <a:lvl6pPr marR="0" lvl="5"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6pPr>
            <a:lvl7pPr marR="0" lvl="6"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7pPr>
            <a:lvl8pPr marR="0" lvl="7"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8pPr>
            <a:lvl9pPr marR="0" lvl="8" algn="l" rtl="0">
              <a:lnSpc>
                <a:spcPct val="100000"/>
              </a:lnSpc>
              <a:spcBef>
                <a:spcPts val="0"/>
              </a:spcBef>
              <a:spcAft>
                <a:spcPts val="0"/>
              </a:spcAft>
              <a:buClr>
                <a:schemeClr val="dk1"/>
              </a:buClr>
              <a:buSzPts val="3000"/>
              <a:buFont typeface="Sora"/>
              <a:buNone/>
              <a:defRPr sz="3000" b="1" i="0" u="none" strike="noStrike" cap="none">
                <a:solidFill>
                  <a:schemeClr val="dk1"/>
                </a:solidFill>
                <a:latin typeface="Sora"/>
                <a:ea typeface="Sora"/>
                <a:cs typeface="Sora"/>
                <a:sym typeface="Sora"/>
              </a:defRPr>
            </a:lvl9pPr>
          </a:lstStyle>
          <a:p>
            <a:r>
              <a:rPr lang="en" dirty="0"/>
              <a:t>05</a:t>
            </a:r>
          </a:p>
        </p:txBody>
      </p:sp>
      <p:sp>
        <p:nvSpPr>
          <p:cNvPr id="3" name="Google Shape;461;p35">
            <a:extLst>
              <a:ext uri="{FF2B5EF4-FFF2-40B4-BE49-F238E27FC236}">
                <a16:creationId xmlns:a16="http://schemas.microsoft.com/office/drawing/2014/main" id="{3BA59488-EFA5-F250-92C5-DD7EA3620702}"/>
              </a:ext>
            </a:extLst>
          </p:cNvPr>
          <p:cNvSpPr txBox="1">
            <a:spLocks/>
          </p:cNvSpPr>
          <p:nvPr/>
        </p:nvSpPr>
        <p:spPr>
          <a:xfrm>
            <a:off x="2752127" y="4523050"/>
            <a:ext cx="4240500" cy="363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Sora"/>
              <a:buNone/>
              <a:defRPr sz="2000" b="1" i="0" u="none" strike="noStrike" cap="none">
                <a:solidFill>
                  <a:schemeClr val="dk1"/>
                </a:solidFill>
                <a:latin typeface="Sora"/>
                <a:ea typeface="Sora"/>
                <a:cs typeface="Sora"/>
                <a:sym typeface="Sora"/>
              </a:defRPr>
            </a:lvl1pPr>
            <a:lvl2pPr marL="914400" marR="0" lvl="1"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2pPr>
            <a:lvl3pPr marL="1371600" marR="0" lvl="2"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3pPr>
            <a:lvl4pPr marL="1828800" marR="0" lvl="3"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4pPr>
            <a:lvl5pPr marL="2286000" marR="0" lvl="4"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5pPr>
            <a:lvl6pPr marL="2743200" marR="0" lvl="5"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6pPr>
            <a:lvl7pPr marL="3200400" marR="0" lvl="6"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7pPr>
            <a:lvl8pPr marL="3657600" marR="0" lvl="7"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8pPr>
            <a:lvl9pPr marL="4114800" marR="0" lvl="8" indent="-317500" algn="ctr" rtl="0">
              <a:lnSpc>
                <a:spcPct val="115000"/>
              </a:lnSpc>
              <a:spcBef>
                <a:spcPts val="0"/>
              </a:spcBef>
              <a:spcAft>
                <a:spcPts val="0"/>
              </a:spcAft>
              <a:buClr>
                <a:schemeClr val="dk1"/>
              </a:buClr>
              <a:buSzPts val="2400"/>
              <a:buFont typeface="Sora"/>
              <a:buNone/>
              <a:defRPr sz="2400" b="1" i="0" u="none" strike="noStrike" cap="none">
                <a:solidFill>
                  <a:schemeClr val="dk1"/>
                </a:solidFill>
                <a:latin typeface="Sora"/>
                <a:ea typeface="Sora"/>
                <a:cs typeface="Sora"/>
                <a:sym typeface="Sora"/>
              </a:defRPr>
            </a:lvl9pPr>
          </a:lstStyle>
          <a:p>
            <a:r>
              <a:rPr lang="en-US" dirty="0"/>
              <a:t>Conclusion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6"/>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Introduction</a:t>
            </a:r>
            <a:endParaRPr dirty="0"/>
          </a:p>
        </p:txBody>
      </p:sp>
      <p:sp>
        <p:nvSpPr>
          <p:cNvPr id="467" name="Google Shape;467;p36"/>
          <p:cNvSpPr txBox="1">
            <a:spLocks noGrp="1"/>
          </p:cNvSpPr>
          <p:nvPr>
            <p:ph type="subTitle" idx="1"/>
          </p:nvPr>
        </p:nvSpPr>
        <p:spPr>
          <a:xfrm>
            <a:off x="720000" y="3438500"/>
            <a:ext cx="4044900" cy="1146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a:t>
            </a:r>
            <a:endParaRPr dirty="0"/>
          </a:p>
        </p:txBody>
      </p:sp>
      <p:sp>
        <p:nvSpPr>
          <p:cNvPr id="468" name="Google Shape;468;p36"/>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cxnSp>
        <p:nvCxnSpPr>
          <p:cNvPr id="502" name="Google Shape;502;p36"/>
          <p:cNvCxnSpPr>
            <a:cxnSpLocks/>
            <a:stCxn id="467" idx="3"/>
          </p:cNvCxnSpPr>
          <p:nvPr/>
        </p:nvCxnSpPr>
        <p:spPr>
          <a:xfrm flipV="1">
            <a:off x="4764900" y="1185050"/>
            <a:ext cx="240900" cy="2310788"/>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3" name="Picture 2" descr="A map of the world&#10;&#10;Description automatically generated">
            <a:extLst>
              <a:ext uri="{FF2B5EF4-FFF2-40B4-BE49-F238E27FC236}">
                <a16:creationId xmlns:a16="http://schemas.microsoft.com/office/drawing/2014/main" id="{0ACAF60B-2B10-2EDF-C121-8FC624304274}"/>
              </a:ext>
            </a:extLst>
          </p:cNvPr>
          <p:cNvPicPr>
            <a:picLocks noChangeAspect="1"/>
          </p:cNvPicPr>
          <p:nvPr/>
        </p:nvPicPr>
        <p:blipFill>
          <a:blip r:embed="rId3"/>
          <a:stretch>
            <a:fillRect/>
          </a:stretch>
        </p:blipFill>
        <p:spPr>
          <a:xfrm>
            <a:off x="5537200" y="768350"/>
            <a:ext cx="3346450" cy="3511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3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526" name="Google Shape;526;p38"/>
          <p:cNvSpPr txBox="1">
            <a:spLocks noGrp="1"/>
          </p:cNvSpPr>
          <p:nvPr>
            <p:ph type="subTitle" idx="2"/>
          </p:nvPr>
        </p:nvSpPr>
        <p:spPr>
          <a:xfrm>
            <a:off x="737075" y="1272725"/>
            <a:ext cx="3318600" cy="1146625"/>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1400" b="1" dirty="0"/>
              <a:t>Importance of Water:</a:t>
            </a:r>
            <a:r>
              <a:rPr lang="en-US" sz="1400" dirty="0"/>
              <a:t> Critical natural resource for life, hydrological cycles, and agriculture.</a:t>
            </a:r>
          </a:p>
        </p:txBody>
      </p:sp>
      <p:sp>
        <p:nvSpPr>
          <p:cNvPr id="2" name="Google Shape;526;p38">
            <a:extLst>
              <a:ext uri="{FF2B5EF4-FFF2-40B4-BE49-F238E27FC236}">
                <a16:creationId xmlns:a16="http://schemas.microsoft.com/office/drawing/2014/main" id="{C4840B74-A8D2-AF23-C6F1-B9DE012D749D}"/>
              </a:ext>
            </a:extLst>
          </p:cNvPr>
          <p:cNvSpPr txBox="1">
            <a:spLocks/>
          </p:cNvSpPr>
          <p:nvPr/>
        </p:nvSpPr>
        <p:spPr>
          <a:xfrm>
            <a:off x="718025" y="2563675"/>
            <a:ext cx="3318600" cy="1307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a:buFont typeface="Arial" panose="020B0604020202020204" pitchFamily="34" charset="0"/>
              <a:buChar char="•"/>
            </a:pPr>
            <a:r>
              <a:rPr lang="en-US" sz="1400" b="1" dirty="0"/>
              <a:t>Challenges:</a:t>
            </a:r>
            <a:r>
              <a:rPr lang="en-US" sz="1400" dirty="0"/>
              <a:t> Increasing pressures from population growth and human activities necessitate efficient water resource monitoring.</a:t>
            </a:r>
          </a:p>
        </p:txBody>
      </p:sp>
      <p:sp>
        <p:nvSpPr>
          <p:cNvPr id="5" name="Google Shape;526;p38">
            <a:extLst>
              <a:ext uri="{FF2B5EF4-FFF2-40B4-BE49-F238E27FC236}">
                <a16:creationId xmlns:a16="http://schemas.microsoft.com/office/drawing/2014/main" id="{DF54758D-D289-227C-50EF-C9849C4F391D}"/>
              </a:ext>
            </a:extLst>
          </p:cNvPr>
          <p:cNvSpPr txBox="1">
            <a:spLocks/>
          </p:cNvSpPr>
          <p:nvPr/>
        </p:nvSpPr>
        <p:spPr>
          <a:xfrm>
            <a:off x="4731225" y="1355275"/>
            <a:ext cx="3318600" cy="11466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a:buFont typeface="Arial" panose="020B0604020202020204" pitchFamily="34" charset="0"/>
              <a:buChar char="•"/>
            </a:pPr>
            <a:r>
              <a:rPr lang="en-US" sz="1400" b="1" dirty="0"/>
              <a:t>Traditional Methods:</a:t>
            </a:r>
            <a:r>
              <a:rPr lang="en-US" sz="1400" dirty="0"/>
              <a:t> Complex spectral analysis and manual feature extraction; resource-intensive and time-consuming.</a:t>
            </a:r>
          </a:p>
        </p:txBody>
      </p:sp>
      <p:sp>
        <p:nvSpPr>
          <p:cNvPr id="6" name="Google Shape;526;p38">
            <a:extLst>
              <a:ext uri="{FF2B5EF4-FFF2-40B4-BE49-F238E27FC236}">
                <a16:creationId xmlns:a16="http://schemas.microsoft.com/office/drawing/2014/main" id="{EE9A86A4-CDCA-D212-C754-4EEB78BA00F2}"/>
              </a:ext>
            </a:extLst>
          </p:cNvPr>
          <p:cNvSpPr txBox="1">
            <a:spLocks/>
          </p:cNvSpPr>
          <p:nvPr/>
        </p:nvSpPr>
        <p:spPr>
          <a:xfrm>
            <a:off x="4731225" y="2643912"/>
            <a:ext cx="3318600" cy="19598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a:buFont typeface="Arial" panose="020B0604020202020204" pitchFamily="34" charset="0"/>
              <a:buChar char="•"/>
            </a:pPr>
            <a:r>
              <a:rPr lang="en-US" sz="1400" b="1" dirty="0"/>
              <a:t>Deep Learning Solutions:</a:t>
            </a:r>
            <a:r>
              <a:rPr lang="en-US" sz="1400" dirty="0"/>
              <a:t> </a:t>
            </a:r>
            <a:r>
              <a:rPr lang="en-US" sz="1200" dirty="0"/>
              <a:t>U-Net, a powerful deep learning architecture, provides significant improvements in waterbody segmentation but requires substantial training data and computational resources.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C2B5E4D6-A3F4-BAE4-14BD-180395D04AB5}"/>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57DBDD4B-CEB0-C627-96EE-CDB5F120D476}"/>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models</a:t>
            </a:r>
            <a:endParaRPr dirty="0"/>
          </a:p>
        </p:txBody>
      </p:sp>
      <p:sp>
        <p:nvSpPr>
          <p:cNvPr id="467" name="Google Shape;467;p36">
            <a:extLst>
              <a:ext uri="{FF2B5EF4-FFF2-40B4-BE49-F238E27FC236}">
                <a16:creationId xmlns:a16="http://schemas.microsoft.com/office/drawing/2014/main" id="{E9B1DE96-D25D-D724-7AAB-9B48BA664791}"/>
              </a:ext>
            </a:extLst>
          </p:cNvPr>
          <p:cNvSpPr txBox="1">
            <a:spLocks noGrp="1"/>
          </p:cNvSpPr>
          <p:nvPr>
            <p:ph type="subTitle" idx="1"/>
          </p:nvPr>
        </p:nvSpPr>
        <p:spPr>
          <a:xfrm>
            <a:off x="720000" y="3438500"/>
            <a:ext cx="4044900" cy="1146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a:t>
            </a:r>
            <a:endParaRPr dirty="0"/>
          </a:p>
        </p:txBody>
      </p:sp>
      <p:sp>
        <p:nvSpPr>
          <p:cNvPr id="468" name="Google Shape;468;p36">
            <a:extLst>
              <a:ext uri="{FF2B5EF4-FFF2-40B4-BE49-F238E27FC236}">
                <a16:creationId xmlns:a16="http://schemas.microsoft.com/office/drawing/2014/main" id="{9D3AD968-5C6F-5A29-2E20-E31D7CF8A149}"/>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cxnSp>
        <p:nvCxnSpPr>
          <p:cNvPr id="502" name="Google Shape;502;p36">
            <a:extLst>
              <a:ext uri="{FF2B5EF4-FFF2-40B4-BE49-F238E27FC236}">
                <a16:creationId xmlns:a16="http://schemas.microsoft.com/office/drawing/2014/main" id="{457787D3-6649-336D-CF9B-42084FCCC82C}"/>
              </a:ext>
            </a:extLst>
          </p:cNvPr>
          <p:cNvCxnSpPr>
            <a:cxnSpLocks/>
            <a:stCxn id="467" idx="3"/>
          </p:cNvCxnSpPr>
          <p:nvPr/>
        </p:nvCxnSpPr>
        <p:spPr>
          <a:xfrm flipV="1">
            <a:off x="4764900" y="1185050"/>
            <a:ext cx="240900" cy="2310788"/>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EB8A3A89-06FD-2034-D0BC-9161B8822E1A}"/>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3" name="Picture 2" descr="A map of the world&#10;&#10;Description automatically generated">
            <a:extLst>
              <a:ext uri="{FF2B5EF4-FFF2-40B4-BE49-F238E27FC236}">
                <a16:creationId xmlns:a16="http://schemas.microsoft.com/office/drawing/2014/main" id="{AC95902B-1E7A-8687-AC90-63C94A797C80}"/>
              </a:ext>
            </a:extLst>
          </p:cNvPr>
          <p:cNvPicPr>
            <a:picLocks noChangeAspect="1"/>
          </p:cNvPicPr>
          <p:nvPr/>
        </p:nvPicPr>
        <p:blipFill>
          <a:blip r:embed="rId3"/>
          <a:stretch>
            <a:fillRect/>
          </a:stretch>
        </p:blipFill>
        <p:spPr>
          <a:xfrm>
            <a:off x="5537200" y="768350"/>
            <a:ext cx="3346450" cy="3511550"/>
          </a:xfrm>
          <a:prstGeom prst="rect">
            <a:avLst/>
          </a:prstGeom>
        </p:spPr>
      </p:pic>
    </p:spTree>
    <p:extLst>
      <p:ext uri="{BB962C8B-B14F-4D97-AF65-F5344CB8AC3E}">
        <p14:creationId xmlns:p14="http://schemas.microsoft.com/office/powerpoint/2010/main" val="2791914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93E99EF5-0CED-3305-4699-E0B54F297735}"/>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11673233-0BC9-A9A9-EE19-7B9DE7DCD16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Types of models for segmentation</a:t>
            </a:r>
            <a:endParaRPr dirty="0"/>
          </a:p>
        </p:txBody>
      </p:sp>
      <p:sp>
        <p:nvSpPr>
          <p:cNvPr id="5" name="Google Shape;526;p38">
            <a:extLst>
              <a:ext uri="{FF2B5EF4-FFF2-40B4-BE49-F238E27FC236}">
                <a16:creationId xmlns:a16="http://schemas.microsoft.com/office/drawing/2014/main" id="{6AF738CC-005B-8039-4487-02A5914C1328}"/>
              </a:ext>
            </a:extLst>
          </p:cNvPr>
          <p:cNvSpPr txBox="1">
            <a:spLocks/>
          </p:cNvSpPr>
          <p:nvPr/>
        </p:nvSpPr>
        <p:spPr>
          <a:xfrm>
            <a:off x="4731225" y="1307598"/>
            <a:ext cx="3318600" cy="11466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r>
              <a:rPr lang="en-US" b="1" dirty="0"/>
              <a:t>3. Mask R-CNN: </a:t>
            </a:r>
            <a:r>
              <a:rPr lang="en-US" sz="1200" dirty="0"/>
              <a:t>An extension of Faster R-CNN, this model adds a branch for predicting segmentation masks on each Region.</a:t>
            </a:r>
          </a:p>
        </p:txBody>
      </p:sp>
      <p:sp>
        <p:nvSpPr>
          <p:cNvPr id="6" name="Google Shape;526;p38">
            <a:extLst>
              <a:ext uri="{FF2B5EF4-FFF2-40B4-BE49-F238E27FC236}">
                <a16:creationId xmlns:a16="http://schemas.microsoft.com/office/drawing/2014/main" id="{F4B11A26-F293-B22F-30A0-E4DC6F1D4EBE}"/>
              </a:ext>
            </a:extLst>
          </p:cNvPr>
          <p:cNvSpPr txBox="1">
            <a:spLocks/>
          </p:cNvSpPr>
          <p:nvPr/>
        </p:nvSpPr>
        <p:spPr>
          <a:xfrm>
            <a:off x="4731225" y="2504212"/>
            <a:ext cx="3318600" cy="19598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lgn="l"/>
            <a:r>
              <a:rPr lang="en-US" b="1" i="0" dirty="0">
                <a:solidFill>
                  <a:srgbClr val="242424"/>
                </a:solidFill>
                <a:effectLst/>
                <a:latin typeface="source-serif-pro"/>
              </a:rPr>
              <a:t>4. </a:t>
            </a:r>
            <a:r>
              <a:rPr lang="en-US" b="1" i="0" dirty="0" err="1">
                <a:solidFill>
                  <a:srgbClr val="242424"/>
                </a:solidFill>
                <a:effectLst/>
                <a:latin typeface="source-serif-pro"/>
              </a:rPr>
              <a:t>ENet</a:t>
            </a:r>
            <a:r>
              <a:rPr lang="en-US" b="1" i="0" dirty="0">
                <a:solidFill>
                  <a:srgbClr val="242424"/>
                </a:solidFill>
                <a:effectLst/>
                <a:latin typeface="source-serif-pro"/>
              </a:rPr>
              <a:t> (Efficient Neural Network): </a:t>
            </a:r>
            <a:r>
              <a:rPr lang="en-US" sz="1200" b="0" i="0" dirty="0" err="1">
                <a:solidFill>
                  <a:srgbClr val="242424"/>
                </a:solidFill>
                <a:effectLst/>
                <a:latin typeface="source-serif-pro"/>
              </a:rPr>
              <a:t>ENet</a:t>
            </a:r>
            <a:r>
              <a:rPr lang="en-US" sz="1200" b="0" i="0" dirty="0">
                <a:solidFill>
                  <a:srgbClr val="242424"/>
                </a:solidFill>
                <a:effectLst/>
                <a:latin typeface="source-serif-pro"/>
              </a:rPr>
              <a:t> is designed for real-time semantic segmentation. It is computationally efficient and suitable for applications with limited computational resources.</a:t>
            </a:r>
          </a:p>
        </p:txBody>
      </p:sp>
      <p:sp>
        <p:nvSpPr>
          <p:cNvPr id="15" name="Rectangle 11">
            <a:extLst>
              <a:ext uri="{FF2B5EF4-FFF2-40B4-BE49-F238E27FC236}">
                <a16:creationId xmlns:a16="http://schemas.microsoft.com/office/drawing/2014/main" id="{4A4C8522-453E-CF56-646D-3D8126AAB2DA}"/>
              </a:ext>
            </a:extLst>
          </p:cNvPr>
          <p:cNvSpPr>
            <a:spLocks noChangeArrowheads="1"/>
          </p:cNvSpPr>
          <p:nvPr/>
        </p:nvSpPr>
        <p:spPr bwMode="auto">
          <a:xfrm>
            <a:off x="755176" y="1307598"/>
            <a:ext cx="3657600" cy="104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dirty="0"/>
              <a:t>1. </a:t>
            </a:r>
            <a:r>
              <a:rPr lang="en-US" b="1" dirty="0"/>
              <a:t>U-Net: </a:t>
            </a:r>
            <a:r>
              <a:rPr kumimoji="0" lang="en-US" altLang="en-US" sz="1200" b="0" i="0" u="none" strike="noStrike" cap="none" normalizeH="0" baseline="0" dirty="0">
                <a:ln>
                  <a:noFill/>
                </a:ln>
                <a:solidFill>
                  <a:schemeClr val="tx1"/>
                </a:solidFill>
                <a:effectLst/>
                <a:latin typeface="Arial" panose="020B0604020202020204" pitchFamily="34" charset="0"/>
              </a:rPr>
              <a:t>U-Net is a convolutional neural network (CNN) designed for semantic segmentation, particularly in biomedical imaging but widely applicable to remote sensing.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21" name="Rectangle 16">
            <a:extLst>
              <a:ext uri="{FF2B5EF4-FFF2-40B4-BE49-F238E27FC236}">
                <a16:creationId xmlns:a16="http://schemas.microsoft.com/office/drawing/2014/main" id="{CE97FDB0-8AAA-868C-E2D0-F7DB16870257}"/>
              </a:ext>
            </a:extLst>
          </p:cNvPr>
          <p:cNvSpPr>
            <a:spLocks noChangeArrowheads="1"/>
          </p:cNvSpPr>
          <p:nvPr/>
        </p:nvSpPr>
        <p:spPr bwMode="auto">
          <a:xfrm>
            <a:off x="755176" y="2585554"/>
            <a:ext cx="353107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2. </a:t>
            </a:r>
            <a:r>
              <a:rPr lang="en-US" b="1" dirty="0"/>
              <a:t>Fully Convolutional Networks (FCNs):</a:t>
            </a:r>
            <a:r>
              <a:rPr lang="en-US" dirty="0">
                <a:solidFill>
                  <a:schemeClr val="tx1"/>
                </a:solidFill>
                <a:latin typeface="Arial" panose="020B0604020202020204" pitchFamily="34" charset="0"/>
              </a:rPr>
              <a:t> </a:t>
            </a:r>
            <a:r>
              <a:rPr kumimoji="0" lang="en-US" altLang="en-US" sz="1200" b="0" i="0" u="none" strike="noStrike" cap="none" normalizeH="0" baseline="0" dirty="0">
                <a:ln>
                  <a:noFill/>
                </a:ln>
                <a:solidFill>
                  <a:schemeClr val="tx1"/>
                </a:solidFill>
                <a:effectLst/>
                <a:latin typeface="Arial" panose="020B0604020202020204" pitchFamily="34" charset="0"/>
              </a:rPr>
              <a:t>FCNs modify traditional CNNs to perform pixel-wise predictions, making them suitable for segmentation tasks.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7942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B2272519-BFAA-B79B-1AC6-387EB1A5E62A}"/>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F3FC35D3-AC94-DB1B-0C7D-9E6386050FC5}"/>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Related Work</a:t>
            </a:r>
            <a:endParaRPr dirty="0"/>
          </a:p>
        </p:txBody>
      </p:sp>
      <p:sp>
        <p:nvSpPr>
          <p:cNvPr id="467" name="Google Shape;467;p36">
            <a:extLst>
              <a:ext uri="{FF2B5EF4-FFF2-40B4-BE49-F238E27FC236}">
                <a16:creationId xmlns:a16="http://schemas.microsoft.com/office/drawing/2014/main" id="{6D9A76CB-FFEA-DA5B-CFDE-82BD3BDBECB3}"/>
              </a:ext>
            </a:extLst>
          </p:cNvPr>
          <p:cNvSpPr txBox="1">
            <a:spLocks noGrp="1"/>
          </p:cNvSpPr>
          <p:nvPr>
            <p:ph type="subTitle" idx="1"/>
          </p:nvPr>
        </p:nvSpPr>
        <p:spPr>
          <a:xfrm>
            <a:off x="720000" y="3438500"/>
            <a:ext cx="4044900" cy="1146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a:t>
            </a:r>
            <a:endParaRPr dirty="0"/>
          </a:p>
        </p:txBody>
      </p:sp>
      <p:sp>
        <p:nvSpPr>
          <p:cNvPr id="468" name="Google Shape;468;p36">
            <a:extLst>
              <a:ext uri="{FF2B5EF4-FFF2-40B4-BE49-F238E27FC236}">
                <a16:creationId xmlns:a16="http://schemas.microsoft.com/office/drawing/2014/main" id="{BF227CAD-E2B7-74FA-876D-5AB3E16AF992}"/>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cxnSp>
        <p:nvCxnSpPr>
          <p:cNvPr id="502" name="Google Shape;502;p36">
            <a:extLst>
              <a:ext uri="{FF2B5EF4-FFF2-40B4-BE49-F238E27FC236}">
                <a16:creationId xmlns:a16="http://schemas.microsoft.com/office/drawing/2014/main" id="{31759CF1-A208-CE56-9A7B-F89067448788}"/>
              </a:ext>
            </a:extLst>
          </p:cNvPr>
          <p:cNvCxnSpPr>
            <a:cxnSpLocks/>
            <a:stCxn id="467" idx="3"/>
          </p:cNvCxnSpPr>
          <p:nvPr/>
        </p:nvCxnSpPr>
        <p:spPr>
          <a:xfrm flipV="1">
            <a:off x="4764900" y="1185050"/>
            <a:ext cx="240900" cy="2310788"/>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EA540763-9DEE-213E-056A-A136A4E57A4B}"/>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4" name="Picture 3" descr="A close-up of a library shelf&#10;&#10;Description automatically generated">
            <a:extLst>
              <a:ext uri="{FF2B5EF4-FFF2-40B4-BE49-F238E27FC236}">
                <a16:creationId xmlns:a16="http://schemas.microsoft.com/office/drawing/2014/main" id="{5FD6659E-A8FD-2191-26E2-26843FC78484}"/>
              </a:ext>
            </a:extLst>
          </p:cNvPr>
          <p:cNvPicPr>
            <a:picLocks noChangeAspect="1"/>
          </p:cNvPicPr>
          <p:nvPr/>
        </p:nvPicPr>
        <p:blipFill>
          <a:blip r:embed="rId3"/>
          <a:stretch>
            <a:fillRect/>
          </a:stretch>
        </p:blipFill>
        <p:spPr>
          <a:xfrm>
            <a:off x="5108925" y="174812"/>
            <a:ext cx="3862232" cy="4793875"/>
          </a:xfrm>
          <a:prstGeom prst="rect">
            <a:avLst/>
          </a:prstGeom>
        </p:spPr>
      </p:pic>
    </p:spTree>
    <p:extLst>
      <p:ext uri="{BB962C8B-B14F-4D97-AF65-F5344CB8AC3E}">
        <p14:creationId xmlns:p14="http://schemas.microsoft.com/office/powerpoint/2010/main" val="3063962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258634BC-F9E7-3686-B690-F09F9ECD21D2}"/>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EFECE4BB-8F8F-1CC3-CF7E-1FDEC63B867B}"/>
              </a:ext>
            </a:extLst>
          </p:cNvPr>
          <p:cNvSpPr txBox="1">
            <a:spLocks noGrp="1"/>
          </p:cNvSpPr>
          <p:nvPr>
            <p:ph type="title"/>
          </p:nvPr>
        </p:nvSpPr>
        <p:spPr>
          <a:xfrm>
            <a:off x="1094650" y="3954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Paper 1.</a:t>
            </a:r>
            <a:endParaRPr dirty="0"/>
          </a:p>
        </p:txBody>
      </p:sp>
      <p:sp>
        <p:nvSpPr>
          <p:cNvPr id="526" name="Google Shape;526;p38">
            <a:extLst>
              <a:ext uri="{FF2B5EF4-FFF2-40B4-BE49-F238E27FC236}">
                <a16:creationId xmlns:a16="http://schemas.microsoft.com/office/drawing/2014/main" id="{47197905-201E-AB4B-4C10-DC64DE5BF293}"/>
              </a:ext>
            </a:extLst>
          </p:cNvPr>
          <p:cNvSpPr txBox="1">
            <a:spLocks noGrp="1"/>
          </p:cNvSpPr>
          <p:nvPr>
            <p:ph type="subTitle" idx="2"/>
          </p:nvPr>
        </p:nvSpPr>
        <p:spPr>
          <a:xfrm>
            <a:off x="3359150" y="313445"/>
            <a:ext cx="4762500" cy="715255"/>
          </a:xfrm>
          <a:prstGeom prst="rect">
            <a:avLst/>
          </a:prstGeom>
        </p:spPr>
        <p:txBody>
          <a:bodyPr spcFirstLastPara="1" wrap="square" lIns="91425" tIns="91425" rIns="91425" bIns="91425" anchor="t" anchorCtr="0">
            <a:noAutofit/>
          </a:bodyPr>
          <a:lstStyle/>
          <a:p>
            <a:r>
              <a:rPr lang="en-US" sz="1800" b="1" dirty="0"/>
              <a:t>Title: </a:t>
            </a:r>
            <a:r>
              <a:rPr lang="en-US" sz="1400" dirty="0"/>
              <a:t>Segmentation of Waterbodies in Remote Sensing Images Using Deep Stacked Ensemble Model.</a:t>
            </a:r>
          </a:p>
        </p:txBody>
      </p:sp>
      <p:sp>
        <p:nvSpPr>
          <p:cNvPr id="5" name="Google Shape;526;p38">
            <a:extLst>
              <a:ext uri="{FF2B5EF4-FFF2-40B4-BE49-F238E27FC236}">
                <a16:creationId xmlns:a16="http://schemas.microsoft.com/office/drawing/2014/main" id="{FE6B77AE-9E66-D2BD-880A-8F0EC8686928}"/>
              </a:ext>
            </a:extLst>
          </p:cNvPr>
          <p:cNvSpPr txBox="1">
            <a:spLocks/>
          </p:cNvSpPr>
          <p:nvPr/>
        </p:nvSpPr>
        <p:spPr>
          <a:xfrm>
            <a:off x="719525" y="1117271"/>
            <a:ext cx="1725225" cy="4458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r>
              <a:rPr lang="en-US" sz="1800" b="1" dirty="0"/>
              <a:t>Key Points:</a:t>
            </a:r>
          </a:p>
        </p:txBody>
      </p:sp>
      <p:sp>
        <p:nvSpPr>
          <p:cNvPr id="3" name="Google Shape;526;p38">
            <a:extLst>
              <a:ext uri="{FF2B5EF4-FFF2-40B4-BE49-F238E27FC236}">
                <a16:creationId xmlns:a16="http://schemas.microsoft.com/office/drawing/2014/main" id="{DF94A205-A73D-BE7C-F3C9-6A9C45DC72F5}"/>
              </a:ext>
            </a:extLst>
          </p:cNvPr>
          <p:cNvSpPr txBox="1">
            <a:spLocks/>
          </p:cNvSpPr>
          <p:nvPr/>
        </p:nvSpPr>
        <p:spPr>
          <a:xfrm>
            <a:off x="719525" y="1569761"/>
            <a:ext cx="3318600" cy="11466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sz="1400" b="1" dirty="0"/>
              <a:t>. Objective:</a:t>
            </a:r>
            <a:r>
              <a:rPr lang="en-US" sz="1400" dirty="0"/>
              <a:t> </a:t>
            </a:r>
            <a:r>
              <a:rPr lang="en-US" sz="1300" dirty="0"/>
              <a:t>Enhance the accuracy of waterbody detection in remote sensing images through a deep stacked ensemble model.</a:t>
            </a:r>
          </a:p>
        </p:txBody>
      </p:sp>
      <p:sp>
        <p:nvSpPr>
          <p:cNvPr id="4" name="Google Shape;526;p38">
            <a:extLst>
              <a:ext uri="{FF2B5EF4-FFF2-40B4-BE49-F238E27FC236}">
                <a16:creationId xmlns:a16="http://schemas.microsoft.com/office/drawing/2014/main" id="{CBAB5FD9-7D12-9A74-F644-1093003EDEF5}"/>
              </a:ext>
            </a:extLst>
          </p:cNvPr>
          <p:cNvSpPr txBox="1">
            <a:spLocks/>
          </p:cNvSpPr>
          <p:nvPr/>
        </p:nvSpPr>
        <p:spPr>
          <a:xfrm>
            <a:off x="4419600" y="1931711"/>
            <a:ext cx="4160752" cy="14063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b="1" dirty="0"/>
              <a:t>. Methodology: </a:t>
            </a:r>
            <a:r>
              <a:rPr lang="en-US" sz="1300" dirty="0"/>
              <a:t>The model combines three deep learning architectures (U-Net, Deepwater Map, and BCDU-Net) into an ensemble, leveraging their strengths for enhanced semantic segmentation of water bodies.</a:t>
            </a:r>
          </a:p>
        </p:txBody>
      </p:sp>
      <p:sp>
        <p:nvSpPr>
          <p:cNvPr id="7" name="Google Shape;526;p38">
            <a:extLst>
              <a:ext uri="{FF2B5EF4-FFF2-40B4-BE49-F238E27FC236}">
                <a16:creationId xmlns:a16="http://schemas.microsoft.com/office/drawing/2014/main" id="{7EE341F6-98B4-CC90-7616-51FDA5D703C5}"/>
              </a:ext>
            </a:extLst>
          </p:cNvPr>
          <p:cNvSpPr txBox="1">
            <a:spLocks/>
          </p:cNvSpPr>
          <p:nvPr/>
        </p:nvSpPr>
        <p:spPr>
          <a:xfrm>
            <a:off x="719525" y="2708949"/>
            <a:ext cx="3318600" cy="15827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b="1" dirty="0"/>
              <a:t>. Results</a:t>
            </a:r>
            <a:r>
              <a:rPr lang="en-US" sz="1200" b="1" dirty="0"/>
              <a:t>: </a:t>
            </a:r>
            <a:r>
              <a:rPr lang="en-US" sz="1300" dirty="0"/>
              <a:t>The proposed model achieves high segmentation accuracy, with an F1 Score of 97.10% and improved robustness in waterbody detection across various scales and environments.</a:t>
            </a:r>
          </a:p>
        </p:txBody>
      </p:sp>
      <p:sp>
        <p:nvSpPr>
          <p:cNvPr id="2" name="Google Shape;526;p38">
            <a:extLst>
              <a:ext uri="{FF2B5EF4-FFF2-40B4-BE49-F238E27FC236}">
                <a16:creationId xmlns:a16="http://schemas.microsoft.com/office/drawing/2014/main" id="{1FA4680D-565D-67F0-1711-A3F2B4FAC96E}"/>
              </a:ext>
            </a:extLst>
          </p:cNvPr>
          <p:cNvSpPr txBox="1">
            <a:spLocks/>
          </p:cNvSpPr>
          <p:nvPr/>
        </p:nvSpPr>
        <p:spPr>
          <a:xfrm>
            <a:off x="4362450" y="3338029"/>
            <a:ext cx="3318600" cy="6960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dirty="0"/>
              <a:t>https://doi.org/10.1016/j.asoc.2022.109038</a:t>
            </a:r>
            <a:endParaRPr lang="en-US" sz="1300" dirty="0"/>
          </a:p>
        </p:txBody>
      </p:sp>
    </p:spTree>
    <p:extLst>
      <p:ext uri="{BB962C8B-B14F-4D97-AF65-F5344CB8AC3E}">
        <p14:creationId xmlns:p14="http://schemas.microsoft.com/office/powerpoint/2010/main" val="1002679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3">
          <a:extLst>
            <a:ext uri="{FF2B5EF4-FFF2-40B4-BE49-F238E27FC236}">
              <a16:creationId xmlns:a16="http://schemas.microsoft.com/office/drawing/2014/main" id="{9496D38E-80A3-B70F-8857-3279D6DDC7DF}"/>
            </a:ext>
          </a:extLst>
        </p:cNvPr>
        <p:cNvGrpSpPr/>
        <p:nvPr/>
      </p:nvGrpSpPr>
      <p:grpSpPr>
        <a:xfrm>
          <a:off x="0" y="0"/>
          <a:ext cx="0" cy="0"/>
          <a:chOff x="0" y="0"/>
          <a:chExt cx="0" cy="0"/>
        </a:xfrm>
      </p:grpSpPr>
      <p:sp>
        <p:nvSpPr>
          <p:cNvPr id="524" name="Google Shape;524;p38">
            <a:extLst>
              <a:ext uri="{FF2B5EF4-FFF2-40B4-BE49-F238E27FC236}">
                <a16:creationId xmlns:a16="http://schemas.microsoft.com/office/drawing/2014/main" id="{F124B905-D60B-3F90-C7F2-503470B17E9B}"/>
              </a:ext>
            </a:extLst>
          </p:cNvPr>
          <p:cNvSpPr txBox="1">
            <a:spLocks noGrp="1"/>
          </p:cNvSpPr>
          <p:nvPr>
            <p:ph type="title"/>
          </p:nvPr>
        </p:nvSpPr>
        <p:spPr>
          <a:xfrm>
            <a:off x="1094650" y="3954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Paper 2.</a:t>
            </a:r>
            <a:endParaRPr dirty="0"/>
          </a:p>
        </p:txBody>
      </p:sp>
      <p:sp>
        <p:nvSpPr>
          <p:cNvPr id="526" name="Google Shape;526;p38">
            <a:extLst>
              <a:ext uri="{FF2B5EF4-FFF2-40B4-BE49-F238E27FC236}">
                <a16:creationId xmlns:a16="http://schemas.microsoft.com/office/drawing/2014/main" id="{E2E8292C-38EF-F19C-7577-DED873551A96}"/>
              </a:ext>
            </a:extLst>
          </p:cNvPr>
          <p:cNvSpPr txBox="1">
            <a:spLocks noGrp="1"/>
          </p:cNvSpPr>
          <p:nvPr>
            <p:ph type="subTitle" idx="2"/>
          </p:nvPr>
        </p:nvSpPr>
        <p:spPr>
          <a:xfrm>
            <a:off x="3359150" y="313445"/>
            <a:ext cx="5214852" cy="715255"/>
          </a:xfrm>
          <a:prstGeom prst="rect">
            <a:avLst/>
          </a:prstGeom>
        </p:spPr>
        <p:txBody>
          <a:bodyPr spcFirstLastPara="1" wrap="square" lIns="91425" tIns="91425" rIns="91425" bIns="91425" anchor="t" anchorCtr="0">
            <a:noAutofit/>
          </a:bodyPr>
          <a:lstStyle/>
          <a:p>
            <a:r>
              <a:rPr lang="en-US" sz="1800" b="1" dirty="0"/>
              <a:t>Title</a:t>
            </a:r>
            <a:r>
              <a:rPr lang="en-US" sz="1800" dirty="0"/>
              <a:t>: </a:t>
            </a:r>
            <a:r>
              <a:rPr lang="en-US" sz="1300" dirty="0"/>
              <a:t>Water Body Extraction from High Spatial Resolution Remote Sensing Images Based on Enhanced U-Net and Multi-Scale Information Fusion</a:t>
            </a:r>
          </a:p>
        </p:txBody>
      </p:sp>
      <p:sp>
        <p:nvSpPr>
          <p:cNvPr id="5" name="Google Shape;526;p38">
            <a:extLst>
              <a:ext uri="{FF2B5EF4-FFF2-40B4-BE49-F238E27FC236}">
                <a16:creationId xmlns:a16="http://schemas.microsoft.com/office/drawing/2014/main" id="{33824112-F926-D319-435E-BA62C5312B60}"/>
              </a:ext>
            </a:extLst>
          </p:cNvPr>
          <p:cNvSpPr txBox="1">
            <a:spLocks/>
          </p:cNvSpPr>
          <p:nvPr/>
        </p:nvSpPr>
        <p:spPr>
          <a:xfrm>
            <a:off x="719525" y="1117271"/>
            <a:ext cx="1725225" cy="4458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r>
              <a:rPr lang="en-US" sz="1800" b="1" dirty="0"/>
              <a:t>Key Points:</a:t>
            </a:r>
          </a:p>
        </p:txBody>
      </p:sp>
      <p:sp>
        <p:nvSpPr>
          <p:cNvPr id="3" name="Google Shape;526;p38">
            <a:extLst>
              <a:ext uri="{FF2B5EF4-FFF2-40B4-BE49-F238E27FC236}">
                <a16:creationId xmlns:a16="http://schemas.microsoft.com/office/drawing/2014/main" id="{2B393028-5502-B06B-1FCB-D7A7CEF0F3F9}"/>
              </a:ext>
            </a:extLst>
          </p:cNvPr>
          <p:cNvSpPr txBox="1">
            <a:spLocks/>
          </p:cNvSpPr>
          <p:nvPr/>
        </p:nvSpPr>
        <p:spPr>
          <a:xfrm>
            <a:off x="719524" y="1569761"/>
            <a:ext cx="3458775" cy="114662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sz="1400" b="1" dirty="0"/>
              <a:t>. Objective</a:t>
            </a:r>
            <a:r>
              <a:rPr lang="en-US" sz="1300" b="1" dirty="0"/>
              <a:t>:</a:t>
            </a:r>
            <a:r>
              <a:rPr lang="en-US" sz="1300" dirty="0"/>
              <a:t> Improve water body detection in high-resolution remote sensing images using an enhanced U-Net model with multi-scale information fusion.</a:t>
            </a:r>
          </a:p>
        </p:txBody>
      </p:sp>
      <p:sp>
        <p:nvSpPr>
          <p:cNvPr id="4" name="Google Shape;526;p38">
            <a:extLst>
              <a:ext uri="{FF2B5EF4-FFF2-40B4-BE49-F238E27FC236}">
                <a16:creationId xmlns:a16="http://schemas.microsoft.com/office/drawing/2014/main" id="{35C1A0FB-F88D-2A87-C3E3-E1C63CE73F4E}"/>
              </a:ext>
            </a:extLst>
          </p:cNvPr>
          <p:cNvSpPr txBox="1">
            <a:spLocks/>
          </p:cNvSpPr>
          <p:nvPr/>
        </p:nvSpPr>
        <p:spPr>
          <a:xfrm>
            <a:off x="4572000" y="1899961"/>
            <a:ext cx="4160752" cy="108454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b="1" dirty="0"/>
              <a:t>. Methodology: </a:t>
            </a:r>
            <a:r>
              <a:rPr lang="en-US" sz="1300" dirty="0"/>
              <a:t>The enhanced U-Net combines improved residual connections, multi-scale dilated convolution, and attention mechanisms to capture water bodies in complex environments better.</a:t>
            </a:r>
          </a:p>
        </p:txBody>
      </p:sp>
      <p:sp>
        <p:nvSpPr>
          <p:cNvPr id="7" name="Google Shape;526;p38">
            <a:extLst>
              <a:ext uri="{FF2B5EF4-FFF2-40B4-BE49-F238E27FC236}">
                <a16:creationId xmlns:a16="http://schemas.microsoft.com/office/drawing/2014/main" id="{88B80178-D064-0329-EAA8-FDE9C2E9CACC}"/>
              </a:ext>
            </a:extLst>
          </p:cNvPr>
          <p:cNvSpPr txBox="1">
            <a:spLocks/>
          </p:cNvSpPr>
          <p:nvPr/>
        </p:nvSpPr>
        <p:spPr>
          <a:xfrm>
            <a:off x="719524" y="2708949"/>
            <a:ext cx="3782625" cy="15827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b="1" dirty="0"/>
              <a:t>. Results</a:t>
            </a:r>
            <a:r>
              <a:rPr lang="en-US" sz="1200" b="1" dirty="0"/>
              <a:t>: </a:t>
            </a:r>
            <a:r>
              <a:rPr lang="en-US" sz="1200" dirty="0"/>
              <a:t>The model shows superior performance, achieving high accuracy, including an Average Accuracy of 97.31% and an F1 Score of 96.62%, effectively handling difficult scenarios like irregular water boundaries and dense vegetation.</a:t>
            </a:r>
          </a:p>
        </p:txBody>
      </p:sp>
      <p:sp>
        <p:nvSpPr>
          <p:cNvPr id="2" name="Google Shape;526;p38">
            <a:extLst>
              <a:ext uri="{FF2B5EF4-FFF2-40B4-BE49-F238E27FC236}">
                <a16:creationId xmlns:a16="http://schemas.microsoft.com/office/drawing/2014/main" id="{836BE1D8-F0C6-4C47-FC34-CA45B16F6DFD}"/>
              </a:ext>
            </a:extLst>
          </p:cNvPr>
          <p:cNvSpPr txBox="1">
            <a:spLocks/>
          </p:cNvSpPr>
          <p:nvPr/>
        </p:nvSpPr>
        <p:spPr>
          <a:xfrm>
            <a:off x="4946650" y="3225931"/>
            <a:ext cx="3782625" cy="69040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1pPr>
            <a:lvl2pPr marL="914400" marR="0" lvl="1"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2pPr>
            <a:lvl3pPr marL="1371600" marR="0" lvl="2"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3pPr>
            <a:lvl4pPr marL="1828800" marR="0" lvl="3"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4pPr>
            <a:lvl5pPr marL="2286000" marR="0" lvl="4"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5pPr>
            <a:lvl6pPr marL="2743200" marR="0" lvl="5"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6pPr>
            <a:lvl7pPr marL="3200400" marR="0" lvl="6"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7pPr>
            <a:lvl8pPr marL="3657600" marR="0" lvl="7"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8pPr>
            <a:lvl9pPr marL="4114800" marR="0" lvl="8" indent="-317500" algn="ctr" rtl="0">
              <a:lnSpc>
                <a:spcPct val="115000"/>
              </a:lnSpc>
              <a:spcBef>
                <a:spcPts val="0"/>
              </a:spcBef>
              <a:spcAft>
                <a:spcPts val="0"/>
              </a:spcAft>
              <a:buClr>
                <a:schemeClr val="dk1"/>
              </a:buClr>
              <a:buSzPts val="1400"/>
              <a:buFont typeface="Lato"/>
              <a:buNone/>
              <a:defRPr sz="1400" b="0" i="0" u="none" strike="noStrike" cap="none">
                <a:solidFill>
                  <a:schemeClr val="dk1"/>
                </a:solidFill>
                <a:latin typeface="Lato"/>
                <a:ea typeface="Lato"/>
                <a:cs typeface="Lato"/>
                <a:sym typeface="Lato"/>
              </a:defRPr>
            </a:lvl9pPr>
          </a:lstStyle>
          <a:p>
            <a:pPr marL="139700" indent="0"/>
            <a:r>
              <a:rPr lang="en-US" dirty="0"/>
              <a:t> https://doi.org/10.1038/s41598-024-67113-7</a:t>
            </a:r>
            <a:endParaRPr lang="en-US" sz="1200" dirty="0"/>
          </a:p>
        </p:txBody>
      </p:sp>
    </p:spTree>
    <p:extLst>
      <p:ext uri="{BB962C8B-B14F-4D97-AF65-F5344CB8AC3E}">
        <p14:creationId xmlns:p14="http://schemas.microsoft.com/office/powerpoint/2010/main" val="218461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3C995B43-6A98-6F70-4947-18623F8654EC}"/>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5EC92607-5343-D980-3C89-C97625263244}"/>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Dataset</a:t>
            </a:r>
            <a:endParaRPr dirty="0"/>
          </a:p>
        </p:txBody>
      </p:sp>
      <p:sp>
        <p:nvSpPr>
          <p:cNvPr id="467" name="Google Shape;467;p36">
            <a:extLst>
              <a:ext uri="{FF2B5EF4-FFF2-40B4-BE49-F238E27FC236}">
                <a16:creationId xmlns:a16="http://schemas.microsoft.com/office/drawing/2014/main" id="{5AECB35D-5DD4-E8D0-8CA6-38DC898244E9}"/>
              </a:ext>
            </a:extLst>
          </p:cNvPr>
          <p:cNvSpPr txBox="1">
            <a:spLocks noGrp="1"/>
          </p:cNvSpPr>
          <p:nvPr>
            <p:ph type="subTitle" idx="1"/>
          </p:nvPr>
        </p:nvSpPr>
        <p:spPr>
          <a:xfrm>
            <a:off x="720000" y="3438500"/>
            <a:ext cx="4044900" cy="1146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a:t>
            </a:r>
            <a:endParaRPr dirty="0"/>
          </a:p>
        </p:txBody>
      </p:sp>
      <p:sp>
        <p:nvSpPr>
          <p:cNvPr id="468" name="Google Shape;468;p36">
            <a:extLst>
              <a:ext uri="{FF2B5EF4-FFF2-40B4-BE49-F238E27FC236}">
                <a16:creationId xmlns:a16="http://schemas.microsoft.com/office/drawing/2014/main" id="{35195AD2-1F1B-CE77-DD6C-0227B69BBEDE}"/>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cxnSp>
        <p:nvCxnSpPr>
          <p:cNvPr id="502" name="Google Shape;502;p36">
            <a:extLst>
              <a:ext uri="{FF2B5EF4-FFF2-40B4-BE49-F238E27FC236}">
                <a16:creationId xmlns:a16="http://schemas.microsoft.com/office/drawing/2014/main" id="{6854A4C3-E0D2-577F-3656-8D5BC8BE86CE}"/>
              </a:ext>
            </a:extLst>
          </p:cNvPr>
          <p:cNvCxnSpPr>
            <a:cxnSpLocks/>
            <a:stCxn id="467" idx="3"/>
          </p:cNvCxnSpPr>
          <p:nvPr/>
        </p:nvCxnSpPr>
        <p:spPr>
          <a:xfrm flipV="1">
            <a:off x="4764900" y="1185050"/>
            <a:ext cx="240900" cy="2310788"/>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CC05A5F9-D604-D7B4-4D18-9AD6F73F8076}"/>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3" name="Picture 2" descr="A map of the world&#10;&#10;Description automatically generated">
            <a:extLst>
              <a:ext uri="{FF2B5EF4-FFF2-40B4-BE49-F238E27FC236}">
                <a16:creationId xmlns:a16="http://schemas.microsoft.com/office/drawing/2014/main" id="{9B54C979-D7EB-823C-1B35-E22CC074407F}"/>
              </a:ext>
            </a:extLst>
          </p:cNvPr>
          <p:cNvPicPr>
            <a:picLocks noChangeAspect="1"/>
          </p:cNvPicPr>
          <p:nvPr/>
        </p:nvPicPr>
        <p:blipFill>
          <a:blip r:embed="rId3"/>
          <a:stretch>
            <a:fillRect/>
          </a:stretch>
        </p:blipFill>
        <p:spPr>
          <a:xfrm>
            <a:off x="5537200" y="768350"/>
            <a:ext cx="3346450" cy="3511550"/>
          </a:xfrm>
          <a:prstGeom prst="rect">
            <a:avLst/>
          </a:prstGeom>
        </p:spPr>
      </p:pic>
    </p:spTree>
    <p:extLst>
      <p:ext uri="{BB962C8B-B14F-4D97-AF65-F5344CB8AC3E}">
        <p14:creationId xmlns:p14="http://schemas.microsoft.com/office/powerpoint/2010/main" val="1848078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9D28F-5C9E-9242-B6AE-D9F02DFB3D15}"/>
              </a:ext>
            </a:extLst>
          </p:cNvPr>
          <p:cNvSpPr>
            <a:spLocks noGrp="1"/>
          </p:cNvSpPr>
          <p:nvPr>
            <p:ph type="title"/>
          </p:nvPr>
        </p:nvSpPr>
        <p:spPr>
          <a:xfrm>
            <a:off x="720000" y="222774"/>
            <a:ext cx="7704000" cy="678925"/>
          </a:xfrm>
        </p:spPr>
        <p:txBody>
          <a:bodyPr/>
          <a:lstStyle/>
          <a:p>
            <a:pPr>
              <a:spcBef>
                <a:spcPts val="600"/>
              </a:spcBef>
              <a:spcAft>
                <a:spcPts val="600"/>
              </a:spcAft>
            </a:pPr>
            <a:r>
              <a:rPr lang="en-US" sz="3200" b="1" dirty="0"/>
              <a:t>Dataset Overview</a:t>
            </a:r>
          </a:p>
        </p:txBody>
      </p:sp>
      <p:sp>
        <p:nvSpPr>
          <p:cNvPr id="4" name="Subtitle 3">
            <a:extLst>
              <a:ext uri="{FF2B5EF4-FFF2-40B4-BE49-F238E27FC236}">
                <a16:creationId xmlns:a16="http://schemas.microsoft.com/office/drawing/2014/main" id="{8970895C-6CA6-64CF-954C-F2D01490510F}"/>
              </a:ext>
            </a:extLst>
          </p:cNvPr>
          <p:cNvSpPr>
            <a:spLocks noGrp="1"/>
          </p:cNvSpPr>
          <p:nvPr>
            <p:ph type="subTitle" idx="2"/>
          </p:nvPr>
        </p:nvSpPr>
        <p:spPr>
          <a:xfrm>
            <a:off x="210024" y="876298"/>
            <a:ext cx="6089176" cy="3536952"/>
          </a:xfrm>
        </p:spPr>
        <p:txBody>
          <a:bodyPr/>
          <a:lstStyle/>
          <a:p>
            <a:r>
              <a:rPr lang="en-US" sz="1200" dirty="0"/>
              <a:t>	The dataset used in this study is </a:t>
            </a:r>
            <a:r>
              <a:rPr lang="en-US" sz="1200" b="1" dirty="0"/>
              <a:t>“Satellite Images of Water Bodies”</a:t>
            </a:r>
            <a:r>
              <a:rPr lang="en-US" sz="1200" dirty="0"/>
              <a:t>, sourced from Kaggle. It contains a collection of satellite images aimed at identifying and segmenting water bodies in various environments. This dataset provides essential information for tasks such as water resource management, environmental monitoring, and flood detection.</a:t>
            </a:r>
          </a:p>
          <a:p>
            <a:endParaRPr lang="en-US" sz="1200" dirty="0"/>
          </a:p>
          <a:p>
            <a:pPr marL="457200" lvl="1" indent="0" algn="l" eaLnBrk="0" fontAlgn="base" hangingPunct="0">
              <a:lnSpc>
                <a:spcPct val="100000"/>
              </a:lnSpc>
              <a:spcBef>
                <a:spcPct val="0"/>
              </a:spcBef>
              <a:spcAft>
                <a:spcPct val="0"/>
              </a:spcAft>
              <a:buClrTx/>
              <a:buSzTx/>
              <a:buFontTx/>
              <a:buChar char="•"/>
            </a:pPr>
            <a:r>
              <a:rPr kumimoji="0" lang="en-US" altLang="en-US" sz="1200" b="1" i="0" u="none" strike="noStrike" cap="none" normalizeH="0" baseline="0" dirty="0">
                <a:ln>
                  <a:noFill/>
                </a:ln>
                <a:solidFill>
                  <a:schemeClr val="tx1"/>
                </a:solidFill>
                <a:effectLst/>
                <a:latin typeface="Arial" panose="020B0604020202020204" pitchFamily="34" charset="0"/>
              </a:rPr>
              <a:t>Content</a:t>
            </a:r>
            <a:r>
              <a:rPr kumimoji="0" lang="en-US" altLang="en-US" sz="1200" b="0" i="0" u="none" strike="noStrike" cap="none" normalizeH="0" baseline="0" dirty="0">
                <a:ln>
                  <a:noFill/>
                </a:ln>
                <a:solidFill>
                  <a:schemeClr val="tx1"/>
                </a:solidFill>
                <a:effectLst/>
                <a:latin typeface="Arial" panose="020B0604020202020204" pitchFamily="34" charset="0"/>
              </a:rPr>
              <a:t>: Contains satellite images showing lakes, rivers, and other water bodies.</a:t>
            </a:r>
          </a:p>
          <a:p>
            <a:pPr marL="457200" lvl="1" indent="0" algn="l" eaLnBrk="0" fontAlgn="base" hangingPunct="0">
              <a:lnSpc>
                <a:spcPct val="100000"/>
              </a:lnSpc>
              <a:spcBef>
                <a:spcPct val="0"/>
              </a:spcBef>
              <a:spcAft>
                <a:spcPct val="0"/>
              </a:spcAft>
              <a:buClrTx/>
              <a:buSzTx/>
              <a:buFontTx/>
              <a:buChar char="•"/>
            </a:pPr>
            <a:r>
              <a:rPr kumimoji="0" lang="en-US" altLang="en-US" sz="1200" b="1" i="0" u="none" strike="noStrike" cap="none" normalizeH="0" baseline="0" dirty="0">
                <a:ln>
                  <a:noFill/>
                </a:ln>
                <a:solidFill>
                  <a:schemeClr val="tx1"/>
                </a:solidFill>
                <a:effectLst/>
                <a:latin typeface="Arial" panose="020B0604020202020204" pitchFamily="34" charset="0"/>
              </a:rPr>
              <a:t>Resolution</a:t>
            </a:r>
            <a:r>
              <a:rPr kumimoji="0" lang="en-US" altLang="en-US" sz="1200" b="0" i="0" u="none" strike="noStrike" cap="none" normalizeH="0" baseline="0" dirty="0">
                <a:ln>
                  <a:noFill/>
                </a:ln>
                <a:solidFill>
                  <a:schemeClr val="tx1"/>
                </a:solidFill>
                <a:effectLst/>
                <a:latin typeface="Arial" panose="020B0604020202020204" pitchFamily="34" charset="0"/>
              </a:rPr>
              <a:t>: High-resolution images for clear details.</a:t>
            </a:r>
          </a:p>
          <a:p>
            <a:pPr marL="457200" lvl="1" indent="0" algn="l" eaLnBrk="0" fontAlgn="base" hangingPunct="0">
              <a:lnSpc>
                <a:spcPct val="100000"/>
              </a:lnSpc>
              <a:spcBef>
                <a:spcPct val="0"/>
              </a:spcBef>
              <a:spcAft>
                <a:spcPct val="0"/>
              </a:spcAft>
              <a:buClrTx/>
              <a:buSzTx/>
              <a:buFontTx/>
              <a:buChar char="•"/>
            </a:pPr>
            <a:r>
              <a:rPr kumimoji="0" lang="en-US" altLang="en-US" sz="1200" b="1" i="0" u="none" strike="noStrike" cap="none" normalizeH="0" baseline="0" dirty="0">
                <a:ln>
                  <a:noFill/>
                </a:ln>
                <a:solidFill>
                  <a:schemeClr val="tx1"/>
                </a:solidFill>
                <a:effectLst/>
                <a:latin typeface="Arial" panose="020B0604020202020204" pitchFamily="34" charset="0"/>
              </a:rPr>
              <a:t>Labels</a:t>
            </a:r>
            <a:r>
              <a:rPr kumimoji="0" lang="en-US" altLang="en-US" sz="1200" b="0" i="0" u="none" strike="noStrike" cap="none" normalizeH="0" baseline="0" dirty="0">
                <a:ln>
                  <a:noFill/>
                </a:ln>
                <a:solidFill>
                  <a:schemeClr val="tx1"/>
                </a:solidFill>
                <a:effectLst/>
                <a:latin typeface="Arial" panose="020B0604020202020204" pitchFamily="34" charset="0"/>
              </a:rPr>
              <a:t>: Images are labeled to show water and non-water areas.</a:t>
            </a:r>
          </a:p>
          <a:p>
            <a:pPr marL="457200" lvl="1" indent="0" algn="l" eaLnBrk="0" fontAlgn="base" hangingPunct="0">
              <a:lnSpc>
                <a:spcPct val="100000"/>
              </a:lnSpc>
              <a:spcBef>
                <a:spcPct val="0"/>
              </a:spcBef>
              <a:spcAft>
                <a:spcPct val="0"/>
              </a:spcAft>
              <a:buClrTx/>
              <a:buSzTx/>
              <a:buFontTx/>
              <a:buChar char="•"/>
            </a:pPr>
            <a:r>
              <a:rPr kumimoji="0" lang="en-US" altLang="en-US" sz="1200" b="1" i="0" u="none" strike="noStrike" cap="none" normalizeH="0" baseline="0" dirty="0">
                <a:ln>
                  <a:noFill/>
                </a:ln>
                <a:solidFill>
                  <a:schemeClr val="tx1"/>
                </a:solidFill>
                <a:effectLst/>
                <a:latin typeface="Arial" panose="020B0604020202020204" pitchFamily="34" charset="0"/>
              </a:rPr>
              <a:t>Variety</a:t>
            </a:r>
            <a:r>
              <a:rPr kumimoji="0" lang="en-US" altLang="en-US" sz="1200" b="0" i="0" u="none" strike="noStrike" cap="none" normalizeH="0" baseline="0" dirty="0">
                <a:ln>
                  <a:noFill/>
                </a:ln>
                <a:solidFill>
                  <a:schemeClr val="tx1"/>
                </a:solidFill>
                <a:effectLst/>
                <a:latin typeface="Arial" panose="020B0604020202020204" pitchFamily="34" charset="0"/>
              </a:rPr>
              <a:t>: Includes different locations and environments.</a:t>
            </a:r>
          </a:p>
          <a:p>
            <a:pPr marL="457200" lvl="1" indent="0" algn="l" eaLnBrk="0" fontAlgn="base" hangingPunct="0">
              <a:lnSpc>
                <a:spcPct val="100000"/>
              </a:lnSpc>
              <a:spcBef>
                <a:spcPct val="0"/>
              </a:spcBef>
              <a:spcAft>
                <a:spcPct val="0"/>
              </a:spcAft>
              <a:buClrTx/>
              <a:buSzTx/>
              <a:buFontTx/>
              <a:buChar char="•"/>
            </a:pPr>
            <a:r>
              <a:rPr kumimoji="0" lang="en-US" altLang="en-US" sz="1200" b="1" i="0" u="none" strike="noStrike" cap="none" normalizeH="0" baseline="0" dirty="0">
                <a:ln>
                  <a:noFill/>
                </a:ln>
                <a:solidFill>
                  <a:schemeClr val="tx1"/>
                </a:solidFill>
                <a:effectLst/>
                <a:latin typeface="Arial" panose="020B0604020202020204" pitchFamily="34" charset="0"/>
              </a:rPr>
              <a:t>Use</a:t>
            </a:r>
            <a:r>
              <a:rPr kumimoji="0" lang="en-US" altLang="en-US" sz="1200" b="0" i="0" u="none" strike="noStrike" cap="none" normalizeH="0" baseline="0" dirty="0">
                <a:ln>
                  <a:noFill/>
                </a:ln>
                <a:solidFill>
                  <a:schemeClr val="tx1"/>
                </a:solidFill>
                <a:effectLst/>
                <a:latin typeface="Arial" panose="020B0604020202020204" pitchFamily="34" charset="0"/>
              </a:rPr>
              <a:t>: Great for training models to detect and segment water bodies in images.</a:t>
            </a:r>
          </a:p>
          <a:p>
            <a:pPr marL="457200" lvl="1" indent="0" algn="l" eaLnBrk="0" fontAlgn="base"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457200" lvl="1" indent="0" algn="l" eaLnBrk="0" fontAlgn="base" hangingPunct="0">
              <a:lnSpc>
                <a:spcPct val="100000"/>
              </a:lnSpc>
              <a:spcBef>
                <a:spcPct val="0"/>
              </a:spcBef>
              <a:spcAft>
                <a:spcPct val="0"/>
              </a:spcAft>
              <a:buClrTx/>
              <a:buSzTx/>
            </a:pPr>
            <a:r>
              <a:rPr lang="en-US" altLang="en-US" sz="1200" dirty="0">
                <a:solidFill>
                  <a:schemeClr val="tx1"/>
                </a:solidFill>
                <a:latin typeface="Arial" panose="020B0604020202020204" pitchFamily="34" charset="0"/>
              </a:rPr>
              <a:t>Link: https://www.kaggle.com/datasets/franciscoescobar/satellite-images-of-water-bodies</a:t>
            </a:r>
          </a:p>
          <a:p>
            <a:pPr marL="457200" lvl="1" indent="0" algn="l" eaLnBrk="0" fontAlgn="base"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Arial" panose="020B0604020202020204" pitchFamily="34" charset="0"/>
            </a:endParaRPr>
          </a:p>
          <a:p>
            <a:endParaRPr lang="en-US" sz="1200" dirty="0"/>
          </a:p>
        </p:txBody>
      </p:sp>
      <p:pic>
        <p:nvPicPr>
          <p:cNvPr id="8" name="Picture 7" descr="A yellow and white stack of coins&#10;&#10;Description automatically generated">
            <a:extLst>
              <a:ext uri="{FF2B5EF4-FFF2-40B4-BE49-F238E27FC236}">
                <a16:creationId xmlns:a16="http://schemas.microsoft.com/office/drawing/2014/main" id="{C99EA0F4-6D70-5F5D-C516-92D9262D3A23}"/>
              </a:ext>
            </a:extLst>
          </p:cNvPr>
          <p:cNvPicPr>
            <a:picLocks noChangeAspect="1"/>
          </p:cNvPicPr>
          <p:nvPr/>
        </p:nvPicPr>
        <p:blipFill>
          <a:blip r:embed="rId2"/>
          <a:stretch>
            <a:fillRect/>
          </a:stretch>
        </p:blipFill>
        <p:spPr>
          <a:xfrm>
            <a:off x="6411050" y="1050924"/>
            <a:ext cx="2059850" cy="2660652"/>
          </a:xfrm>
          <a:prstGeom prst="rect">
            <a:avLst/>
          </a:prstGeom>
        </p:spPr>
      </p:pic>
    </p:spTree>
    <p:extLst>
      <p:ext uri="{BB962C8B-B14F-4D97-AF65-F5344CB8AC3E}">
        <p14:creationId xmlns:p14="http://schemas.microsoft.com/office/powerpoint/2010/main" val="280900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5">
          <a:extLst>
            <a:ext uri="{FF2B5EF4-FFF2-40B4-BE49-F238E27FC236}">
              <a16:creationId xmlns:a16="http://schemas.microsoft.com/office/drawing/2014/main" id="{3EB8F751-B889-F63A-C7EB-E0A008D76F8D}"/>
            </a:ext>
          </a:extLst>
        </p:cNvPr>
        <p:cNvGrpSpPr/>
        <p:nvPr/>
      </p:nvGrpSpPr>
      <p:grpSpPr>
        <a:xfrm>
          <a:off x="0" y="0"/>
          <a:ext cx="0" cy="0"/>
          <a:chOff x="0" y="0"/>
          <a:chExt cx="0" cy="0"/>
        </a:xfrm>
      </p:grpSpPr>
      <p:sp>
        <p:nvSpPr>
          <p:cNvPr id="466" name="Google Shape;466;p36">
            <a:extLst>
              <a:ext uri="{FF2B5EF4-FFF2-40B4-BE49-F238E27FC236}">
                <a16:creationId xmlns:a16="http://schemas.microsoft.com/office/drawing/2014/main" id="{C6015FD9-97FB-554A-5848-7AD86EB1FFF8}"/>
              </a:ext>
            </a:extLst>
          </p:cNvPr>
          <p:cNvSpPr txBox="1">
            <a:spLocks noGrp="1"/>
          </p:cNvSpPr>
          <p:nvPr>
            <p:ph type="title"/>
          </p:nvPr>
        </p:nvSpPr>
        <p:spPr>
          <a:xfrm>
            <a:off x="720000" y="2303250"/>
            <a:ext cx="40449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Conclusion</a:t>
            </a:r>
            <a:endParaRPr dirty="0"/>
          </a:p>
        </p:txBody>
      </p:sp>
      <p:sp>
        <p:nvSpPr>
          <p:cNvPr id="467" name="Google Shape;467;p36">
            <a:extLst>
              <a:ext uri="{FF2B5EF4-FFF2-40B4-BE49-F238E27FC236}">
                <a16:creationId xmlns:a16="http://schemas.microsoft.com/office/drawing/2014/main" id="{EBAD51EE-186F-BC03-8D9F-E48B5935A94B}"/>
              </a:ext>
            </a:extLst>
          </p:cNvPr>
          <p:cNvSpPr txBox="1">
            <a:spLocks noGrp="1"/>
          </p:cNvSpPr>
          <p:nvPr>
            <p:ph type="subTitle" idx="1"/>
          </p:nvPr>
        </p:nvSpPr>
        <p:spPr>
          <a:xfrm>
            <a:off x="720000" y="3438500"/>
            <a:ext cx="4044900" cy="114675"/>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a:t>.</a:t>
            </a:r>
            <a:endParaRPr dirty="0"/>
          </a:p>
        </p:txBody>
      </p:sp>
      <p:sp>
        <p:nvSpPr>
          <p:cNvPr id="468" name="Google Shape;468;p36">
            <a:extLst>
              <a:ext uri="{FF2B5EF4-FFF2-40B4-BE49-F238E27FC236}">
                <a16:creationId xmlns:a16="http://schemas.microsoft.com/office/drawing/2014/main" id="{E9E8B090-A098-14BF-4EB0-B50E9D88F753}"/>
              </a:ext>
            </a:extLst>
          </p:cNvPr>
          <p:cNvSpPr txBox="1">
            <a:spLocks noGrp="1"/>
          </p:cNvSpPr>
          <p:nvPr>
            <p:ph type="title" idx="2"/>
          </p:nvPr>
        </p:nvSpPr>
        <p:spPr>
          <a:xfrm>
            <a:off x="3249975" y="1014475"/>
            <a:ext cx="1411800" cy="899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cxnSp>
        <p:nvCxnSpPr>
          <p:cNvPr id="502" name="Google Shape;502;p36">
            <a:extLst>
              <a:ext uri="{FF2B5EF4-FFF2-40B4-BE49-F238E27FC236}">
                <a16:creationId xmlns:a16="http://schemas.microsoft.com/office/drawing/2014/main" id="{404CD394-0F52-433D-E8B8-3C471D2AB864}"/>
              </a:ext>
            </a:extLst>
          </p:cNvPr>
          <p:cNvCxnSpPr>
            <a:cxnSpLocks/>
            <a:stCxn id="467" idx="3"/>
          </p:cNvCxnSpPr>
          <p:nvPr/>
        </p:nvCxnSpPr>
        <p:spPr>
          <a:xfrm flipV="1">
            <a:off x="4764900" y="1185050"/>
            <a:ext cx="240900" cy="2310788"/>
          </a:xfrm>
          <a:prstGeom prst="bentConnector2">
            <a:avLst/>
          </a:prstGeom>
          <a:noFill/>
          <a:ln w="19050" cap="flat" cmpd="sng">
            <a:solidFill>
              <a:schemeClr val="lt2"/>
            </a:solidFill>
            <a:prstDash val="solid"/>
            <a:round/>
            <a:headEnd type="none" w="med" len="med"/>
            <a:tailEnd type="oval" w="med" len="med"/>
          </a:ln>
        </p:spPr>
      </p:cxnSp>
      <p:cxnSp>
        <p:nvCxnSpPr>
          <p:cNvPr id="503" name="Google Shape;503;p36">
            <a:extLst>
              <a:ext uri="{FF2B5EF4-FFF2-40B4-BE49-F238E27FC236}">
                <a16:creationId xmlns:a16="http://schemas.microsoft.com/office/drawing/2014/main" id="{179FC29C-BE64-91B5-4512-0E86CF4818CE}"/>
              </a:ext>
            </a:extLst>
          </p:cNvPr>
          <p:cNvCxnSpPr/>
          <p:nvPr/>
        </p:nvCxnSpPr>
        <p:spPr>
          <a:xfrm rot="10800000" flipH="1">
            <a:off x="-329025" y="4087775"/>
            <a:ext cx="3096900" cy="913200"/>
          </a:xfrm>
          <a:prstGeom prst="bentConnector3">
            <a:avLst>
              <a:gd name="adj1" fmla="val 50000"/>
            </a:avLst>
          </a:prstGeom>
          <a:noFill/>
          <a:ln w="19050" cap="flat" cmpd="sng">
            <a:solidFill>
              <a:schemeClr val="lt2"/>
            </a:solidFill>
            <a:prstDash val="solid"/>
            <a:round/>
            <a:headEnd type="none" w="med" len="med"/>
            <a:tailEnd type="oval" w="med" len="med"/>
          </a:ln>
        </p:spPr>
      </p:cxnSp>
      <p:pic>
        <p:nvPicPr>
          <p:cNvPr id="3" name="Picture 2" descr="A map of the world&#10;&#10;Description automatically generated">
            <a:extLst>
              <a:ext uri="{FF2B5EF4-FFF2-40B4-BE49-F238E27FC236}">
                <a16:creationId xmlns:a16="http://schemas.microsoft.com/office/drawing/2014/main" id="{65F25C93-51E1-329F-98C8-723E27C1D36B}"/>
              </a:ext>
            </a:extLst>
          </p:cNvPr>
          <p:cNvPicPr>
            <a:picLocks noChangeAspect="1"/>
          </p:cNvPicPr>
          <p:nvPr/>
        </p:nvPicPr>
        <p:blipFill>
          <a:blip r:embed="rId3"/>
          <a:stretch>
            <a:fillRect/>
          </a:stretch>
        </p:blipFill>
        <p:spPr>
          <a:xfrm>
            <a:off x="5537200" y="768350"/>
            <a:ext cx="3346450" cy="3511550"/>
          </a:xfrm>
          <a:prstGeom prst="rect">
            <a:avLst/>
          </a:prstGeom>
        </p:spPr>
      </p:pic>
    </p:spTree>
    <p:extLst>
      <p:ext uri="{BB962C8B-B14F-4D97-AF65-F5344CB8AC3E}">
        <p14:creationId xmlns:p14="http://schemas.microsoft.com/office/powerpoint/2010/main" val="2492654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7D4A6-BB5C-7C85-FF76-EB3473EE7237}"/>
              </a:ext>
            </a:extLst>
          </p:cNvPr>
          <p:cNvSpPr>
            <a:spLocks noGrp="1"/>
          </p:cNvSpPr>
          <p:nvPr>
            <p:ph type="title"/>
          </p:nvPr>
        </p:nvSpPr>
        <p:spPr/>
        <p:txBody>
          <a:bodyPr/>
          <a:lstStyle/>
          <a:p>
            <a:r>
              <a:rPr lang="en-US" dirty="0"/>
              <a:t>Conclusion</a:t>
            </a:r>
          </a:p>
        </p:txBody>
      </p:sp>
      <p:sp>
        <p:nvSpPr>
          <p:cNvPr id="4" name="Subtitle 3">
            <a:extLst>
              <a:ext uri="{FF2B5EF4-FFF2-40B4-BE49-F238E27FC236}">
                <a16:creationId xmlns:a16="http://schemas.microsoft.com/office/drawing/2014/main" id="{29F7CB17-FAF5-D389-793B-D9CAAA30E4EE}"/>
              </a:ext>
            </a:extLst>
          </p:cNvPr>
          <p:cNvSpPr>
            <a:spLocks noGrp="1"/>
          </p:cNvSpPr>
          <p:nvPr>
            <p:ph type="subTitle" idx="2"/>
          </p:nvPr>
        </p:nvSpPr>
        <p:spPr>
          <a:xfrm>
            <a:off x="720000" y="1170125"/>
            <a:ext cx="5092225" cy="2976425"/>
          </a:xfrm>
        </p:spPr>
        <p:txBody>
          <a:bodyPr/>
          <a:lstStyle/>
          <a:p>
            <a:r>
              <a:rPr lang="en-US" dirty="0"/>
              <a:t>	This project focused on developing a model to segment water bodies from high-resolution remote sensing images. Accurate water body detection is essential for environmental monitoring and resource management.</a:t>
            </a:r>
          </a:p>
          <a:p>
            <a:endParaRPr lang="en-US" dirty="0"/>
          </a:p>
          <a:p>
            <a:r>
              <a:rPr lang="en-US" dirty="0"/>
              <a:t>	By employing an enhanced U-Net architecture, we aimed to improve segmentation efficiency. This work provides a solid foundation for future research and applications in remote sensing, highlighting the potential for better management of water resources.</a:t>
            </a:r>
          </a:p>
          <a:p>
            <a:endParaRPr lang="en-US" dirty="0"/>
          </a:p>
          <a:p>
            <a:endParaRPr lang="en-US" dirty="0"/>
          </a:p>
          <a:p>
            <a:endParaRPr lang="en-US" dirty="0"/>
          </a:p>
        </p:txBody>
      </p:sp>
      <p:pic>
        <p:nvPicPr>
          <p:cNvPr id="6" name="Picture 5" descr="A close-up of a word&#10;&#10;Description automatically generated">
            <a:extLst>
              <a:ext uri="{FF2B5EF4-FFF2-40B4-BE49-F238E27FC236}">
                <a16:creationId xmlns:a16="http://schemas.microsoft.com/office/drawing/2014/main" id="{E47F1950-BF16-E25A-F3E3-6000B0E4394E}"/>
              </a:ext>
            </a:extLst>
          </p:cNvPr>
          <p:cNvPicPr>
            <a:picLocks noChangeAspect="1"/>
          </p:cNvPicPr>
          <p:nvPr/>
        </p:nvPicPr>
        <p:blipFill>
          <a:blip r:embed="rId2"/>
          <a:stretch>
            <a:fillRect/>
          </a:stretch>
        </p:blipFill>
        <p:spPr>
          <a:xfrm>
            <a:off x="5812225" y="1543050"/>
            <a:ext cx="2556222" cy="2057400"/>
          </a:xfrm>
          <a:prstGeom prst="rect">
            <a:avLst/>
          </a:prstGeom>
        </p:spPr>
      </p:pic>
    </p:spTree>
    <p:extLst>
      <p:ext uri="{BB962C8B-B14F-4D97-AF65-F5344CB8AC3E}">
        <p14:creationId xmlns:p14="http://schemas.microsoft.com/office/powerpoint/2010/main" val="3742487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36"/>
        <p:cNvGrpSpPr/>
        <p:nvPr/>
      </p:nvGrpSpPr>
      <p:grpSpPr>
        <a:xfrm>
          <a:off x="0" y="0"/>
          <a:ext cx="0" cy="0"/>
          <a:chOff x="0" y="0"/>
          <a:chExt cx="0" cy="0"/>
        </a:xfrm>
      </p:grpSpPr>
      <p:pic>
        <p:nvPicPr>
          <p:cNvPr id="1937" name="Google Shape;1937;p56"/>
          <p:cNvPicPr preferRelativeResize="0"/>
          <p:nvPr/>
        </p:nvPicPr>
        <p:blipFill rotWithShape="1">
          <a:blip r:embed="rId3">
            <a:alphaModFix/>
          </a:blip>
          <a:srcRect l="25537" t="7152" r="23467" b="5838"/>
          <a:stretch/>
        </p:blipFill>
        <p:spPr>
          <a:xfrm>
            <a:off x="3501887" y="2687300"/>
            <a:ext cx="1920000" cy="1842726"/>
          </a:xfrm>
          <a:prstGeom prst="rect">
            <a:avLst/>
          </a:prstGeom>
          <a:noFill/>
          <a:ln>
            <a:noFill/>
          </a:ln>
        </p:spPr>
      </p:pic>
      <p:sp>
        <p:nvSpPr>
          <p:cNvPr id="1938" name="Google Shape;1938;p56"/>
          <p:cNvSpPr txBox="1">
            <a:spLocks noGrp="1"/>
          </p:cNvSpPr>
          <p:nvPr>
            <p:ph type="title"/>
          </p:nvPr>
        </p:nvSpPr>
        <p:spPr>
          <a:xfrm>
            <a:off x="5363350" y="1995750"/>
            <a:ext cx="3157500" cy="576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dirty="0"/>
              <a:t>THANK YOU</a:t>
            </a:r>
            <a:endParaRPr sz="3600" dirty="0"/>
          </a:p>
        </p:txBody>
      </p:sp>
      <p:grpSp>
        <p:nvGrpSpPr>
          <p:cNvPr id="1940" name="Google Shape;1940;p56"/>
          <p:cNvGrpSpPr/>
          <p:nvPr/>
        </p:nvGrpSpPr>
        <p:grpSpPr>
          <a:xfrm>
            <a:off x="1045098" y="1228394"/>
            <a:ext cx="3504879" cy="3044204"/>
            <a:chOff x="5132202" y="929275"/>
            <a:chExt cx="3246461" cy="2819752"/>
          </a:xfrm>
        </p:grpSpPr>
        <p:grpSp>
          <p:nvGrpSpPr>
            <p:cNvPr id="1941" name="Google Shape;1941;p56"/>
            <p:cNvGrpSpPr/>
            <p:nvPr/>
          </p:nvGrpSpPr>
          <p:grpSpPr>
            <a:xfrm>
              <a:off x="5132202" y="929275"/>
              <a:ext cx="3246461" cy="2819752"/>
              <a:chOff x="5132202" y="929275"/>
              <a:chExt cx="3246461" cy="2819752"/>
            </a:xfrm>
          </p:grpSpPr>
          <p:sp>
            <p:nvSpPr>
              <p:cNvPr id="1942" name="Google Shape;1942;p56"/>
              <p:cNvSpPr/>
              <p:nvPr/>
            </p:nvSpPr>
            <p:spPr>
              <a:xfrm>
                <a:off x="5132202" y="929275"/>
                <a:ext cx="3246461" cy="2819752"/>
              </a:xfrm>
              <a:custGeom>
                <a:avLst/>
                <a:gdLst/>
                <a:ahLst/>
                <a:cxnLst/>
                <a:rect l="l" t="t" r="r" b="b"/>
                <a:pathLst>
                  <a:path w="168254" h="146139" extrusionOk="0">
                    <a:moveTo>
                      <a:pt x="4437" y="1"/>
                    </a:moveTo>
                    <a:cubicBezTo>
                      <a:pt x="2002" y="1"/>
                      <a:pt x="0" y="1969"/>
                      <a:pt x="0" y="4437"/>
                    </a:cubicBezTo>
                    <a:lnTo>
                      <a:pt x="0" y="141702"/>
                    </a:lnTo>
                    <a:cubicBezTo>
                      <a:pt x="0" y="144137"/>
                      <a:pt x="2002" y="146139"/>
                      <a:pt x="4437" y="146139"/>
                    </a:cubicBezTo>
                    <a:lnTo>
                      <a:pt x="163817" y="146139"/>
                    </a:lnTo>
                    <a:cubicBezTo>
                      <a:pt x="166252" y="146139"/>
                      <a:pt x="168254" y="144137"/>
                      <a:pt x="168254" y="141702"/>
                    </a:cubicBezTo>
                    <a:lnTo>
                      <a:pt x="168254" y="4437"/>
                    </a:lnTo>
                    <a:cubicBezTo>
                      <a:pt x="168254" y="1969"/>
                      <a:pt x="166252" y="1"/>
                      <a:pt x="163817" y="1"/>
                    </a:cubicBezTo>
                    <a:close/>
                  </a:path>
                </a:pathLst>
              </a:custGeom>
              <a:solidFill>
                <a:srgbClr val="733C9B">
                  <a:alpha val="33020"/>
                </a:srgbClr>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56"/>
              <p:cNvSpPr/>
              <p:nvPr/>
            </p:nvSpPr>
            <p:spPr>
              <a:xfrm>
                <a:off x="5302009" y="1059945"/>
                <a:ext cx="177649" cy="177649"/>
              </a:xfrm>
              <a:custGeom>
                <a:avLst/>
                <a:gdLst/>
                <a:ahLst/>
                <a:cxnLst/>
                <a:rect l="l" t="t" r="r" b="b"/>
                <a:pathLst>
                  <a:path w="9207" h="9207" extrusionOk="0">
                    <a:moveTo>
                      <a:pt x="4603" y="0"/>
                    </a:moveTo>
                    <a:cubicBezTo>
                      <a:pt x="2035" y="0"/>
                      <a:pt x="0" y="2069"/>
                      <a:pt x="0" y="4604"/>
                    </a:cubicBezTo>
                    <a:cubicBezTo>
                      <a:pt x="0" y="7139"/>
                      <a:pt x="2035" y="9207"/>
                      <a:pt x="4603" y="9207"/>
                    </a:cubicBezTo>
                    <a:cubicBezTo>
                      <a:pt x="7139" y="9207"/>
                      <a:pt x="9207" y="7139"/>
                      <a:pt x="9207" y="4604"/>
                    </a:cubicBezTo>
                    <a:cubicBezTo>
                      <a:pt x="9207" y="2069"/>
                      <a:pt x="7139" y="0"/>
                      <a:pt x="46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56"/>
              <p:cNvSpPr/>
              <p:nvPr/>
            </p:nvSpPr>
            <p:spPr>
              <a:xfrm>
                <a:off x="5369582" y="1106294"/>
                <a:ext cx="39285" cy="39265"/>
              </a:xfrm>
              <a:custGeom>
                <a:avLst/>
                <a:gdLst/>
                <a:ahLst/>
                <a:cxnLst/>
                <a:rect l="l" t="t" r="r" b="b"/>
                <a:pathLst>
                  <a:path w="2036" h="2035" extrusionOk="0">
                    <a:moveTo>
                      <a:pt x="1035" y="0"/>
                    </a:moveTo>
                    <a:cubicBezTo>
                      <a:pt x="468" y="0"/>
                      <a:pt x="1" y="467"/>
                      <a:pt x="1" y="1034"/>
                    </a:cubicBezTo>
                    <a:cubicBezTo>
                      <a:pt x="1" y="1601"/>
                      <a:pt x="468" y="2035"/>
                      <a:pt x="1035" y="2035"/>
                    </a:cubicBezTo>
                    <a:cubicBezTo>
                      <a:pt x="1602" y="2035"/>
                      <a:pt x="2035" y="1601"/>
                      <a:pt x="2035" y="1034"/>
                    </a:cubicBezTo>
                    <a:cubicBezTo>
                      <a:pt x="2035" y="467"/>
                      <a:pt x="1602" y="0"/>
                      <a:pt x="10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56"/>
              <p:cNvSpPr/>
              <p:nvPr/>
            </p:nvSpPr>
            <p:spPr>
              <a:xfrm>
                <a:off x="5356711" y="1148764"/>
                <a:ext cx="68246" cy="39921"/>
              </a:xfrm>
              <a:custGeom>
                <a:avLst/>
                <a:gdLst/>
                <a:ahLst/>
                <a:cxnLst/>
                <a:rect l="l" t="t" r="r" b="b"/>
                <a:pathLst>
                  <a:path w="3537" h="2069" extrusionOk="0">
                    <a:moveTo>
                      <a:pt x="1768" y="1"/>
                    </a:moveTo>
                    <a:cubicBezTo>
                      <a:pt x="768" y="1"/>
                      <a:pt x="0" y="801"/>
                      <a:pt x="0" y="1802"/>
                    </a:cubicBezTo>
                    <a:lnTo>
                      <a:pt x="0" y="2069"/>
                    </a:lnTo>
                    <a:lnTo>
                      <a:pt x="3536" y="2069"/>
                    </a:lnTo>
                    <a:lnTo>
                      <a:pt x="3536" y="1802"/>
                    </a:lnTo>
                    <a:cubicBezTo>
                      <a:pt x="3536" y="801"/>
                      <a:pt x="2736" y="1"/>
                      <a:pt x="17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56"/>
              <p:cNvSpPr/>
              <p:nvPr/>
            </p:nvSpPr>
            <p:spPr>
              <a:xfrm>
                <a:off x="5597442" y="1105638"/>
                <a:ext cx="724083" cy="86268"/>
              </a:xfrm>
              <a:custGeom>
                <a:avLst/>
                <a:gdLst/>
                <a:ahLst/>
                <a:cxnLst/>
                <a:rect l="l" t="t" r="r" b="b"/>
                <a:pathLst>
                  <a:path w="37527" h="4471" extrusionOk="0">
                    <a:moveTo>
                      <a:pt x="2235" y="1"/>
                    </a:moveTo>
                    <a:cubicBezTo>
                      <a:pt x="1001" y="1"/>
                      <a:pt x="0" y="1001"/>
                      <a:pt x="0" y="2236"/>
                    </a:cubicBezTo>
                    <a:cubicBezTo>
                      <a:pt x="0" y="3470"/>
                      <a:pt x="1001" y="4471"/>
                      <a:pt x="2235" y="4471"/>
                    </a:cubicBezTo>
                    <a:lnTo>
                      <a:pt x="35292" y="4471"/>
                    </a:lnTo>
                    <a:cubicBezTo>
                      <a:pt x="36526" y="4471"/>
                      <a:pt x="37527" y="3470"/>
                      <a:pt x="37527" y="2236"/>
                    </a:cubicBezTo>
                    <a:cubicBezTo>
                      <a:pt x="37527" y="1001"/>
                      <a:pt x="36526" y="1"/>
                      <a:pt x="352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56"/>
              <p:cNvSpPr/>
              <p:nvPr/>
            </p:nvSpPr>
            <p:spPr>
              <a:xfrm>
                <a:off x="5347466" y="3275383"/>
                <a:ext cx="97845" cy="106219"/>
              </a:xfrm>
              <a:custGeom>
                <a:avLst/>
                <a:gdLst/>
                <a:ahLst/>
                <a:cxnLst/>
                <a:rect l="l" t="t" r="r" b="b"/>
                <a:pathLst>
                  <a:path w="5071" h="5505" extrusionOk="0">
                    <a:moveTo>
                      <a:pt x="2169" y="1"/>
                    </a:moveTo>
                    <a:cubicBezTo>
                      <a:pt x="1969" y="1"/>
                      <a:pt x="1835" y="134"/>
                      <a:pt x="1802" y="334"/>
                    </a:cubicBezTo>
                    <a:cubicBezTo>
                      <a:pt x="1769" y="735"/>
                      <a:pt x="1669" y="1135"/>
                      <a:pt x="1502" y="1535"/>
                    </a:cubicBezTo>
                    <a:cubicBezTo>
                      <a:pt x="1402" y="1735"/>
                      <a:pt x="1202" y="1902"/>
                      <a:pt x="968" y="1902"/>
                    </a:cubicBezTo>
                    <a:lnTo>
                      <a:pt x="568" y="1902"/>
                    </a:lnTo>
                    <a:cubicBezTo>
                      <a:pt x="234" y="1902"/>
                      <a:pt x="1" y="2136"/>
                      <a:pt x="1" y="2436"/>
                    </a:cubicBezTo>
                    <a:lnTo>
                      <a:pt x="1" y="5038"/>
                    </a:lnTo>
                    <a:cubicBezTo>
                      <a:pt x="1" y="5305"/>
                      <a:pt x="201" y="5505"/>
                      <a:pt x="468" y="5505"/>
                    </a:cubicBezTo>
                    <a:lnTo>
                      <a:pt x="3770" y="5505"/>
                    </a:lnTo>
                    <a:cubicBezTo>
                      <a:pt x="3970" y="5505"/>
                      <a:pt x="4170" y="5338"/>
                      <a:pt x="4170" y="5105"/>
                    </a:cubicBezTo>
                    <a:cubicBezTo>
                      <a:pt x="4170" y="4938"/>
                      <a:pt x="4070" y="4804"/>
                      <a:pt x="3903" y="4738"/>
                    </a:cubicBezTo>
                    <a:cubicBezTo>
                      <a:pt x="3903" y="4738"/>
                      <a:pt x="3903" y="4704"/>
                      <a:pt x="3903" y="4704"/>
                    </a:cubicBezTo>
                    <a:lnTo>
                      <a:pt x="4037" y="4704"/>
                    </a:lnTo>
                    <a:cubicBezTo>
                      <a:pt x="4304" y="4704"/>
                      <a:pt x="4504" y="4504"/>
                      <a:pt x="4504" y="4237"/>
                    </a:cubicBezTo>
                    <a:cubicBezTo>
                      <a:pt x="4504" y="4037"/>
                      <a:pt x="4370" y="3870"/>
                      <a:pt x="4204" y="3804"/>
                    </a:cubicBezTo>
                    <a:cubicBezTo>
                      <a:pt x="4204" y="3804"/>
                      <a:pt x="4204" y="3804"/>
                      <a:pt x="4204" y="3770"/>
                    </a:cubicBezTo>
                    <a:lnTo>
                      <a:pt x="4337" y="3770"/>
                    </a:lnTo>
                    <a:cubicBezTo>
                      <a:pt x="4604" y="3770"/>
                      <a:pt x="4804" y="3570"/>
                      <a:pt x="4804" y="3303"/>
                    </a:cubicBezTo>
                    <a:cubicBezTo>
                      <a:pt x="4804" y="3103"/>
                      <a:pt x="4704" y="2936"/>
                      <a:pt x="4504" y="2870"/>
                    </a:cubicBezTo>
                    <a:cubicBezTo>
                      <a:pt x="4504" y="2870"/>
                      <a:pt x="4504" y="2836"/>
                      <a:pt x="4504" y="2836"/>
                    </a:cubicBezTo>
                    <a:lnTo>
                      <a:pt x="4571" y="2836"/>
                    </a:lnTo>
                    <a:cubicBezTo>
                      <a:pt x="4837" y="2836"/>
                      <a:pt x="5071" y="2603"/>
                      <a:pt x="5038" y="2336"/>
                    </a:cubicBezTo>
                    <a:cubicBezTo>
                      <a:pt x="5038" y="2069"/>
                      <a:pt x="4837" y="1902"/>
                      <a:pt x="4571" y="1902"/>
                    </a:cubicBezTo>
                    <a:lnTo>
                      <a:pt x="3136" y="1902"/>
                    </a:lnTo>
                    <a:cubicBezTo>
                      <a:pt x="2969" y="1902"/>
                      <a:pt x="2869" y="1769"/>
                      <a:pt x="2869" y="1602"/>
                    </a:cubicBezTo>
                    <a:lnTo>
                      <a:pt x="2903" y="1302"/>
                    </a:lnTo>
                    <a:cubicBezTo>
                      <a:pt x="2936" y="1002"/>
                      <a:pt x="2969" y="635"/>
                      <a:pt x="2803" y="368"/>
                    </a:cubicBezTo>
                    <a:cubicBezTo>
                      <a:pt x="2669" y="168"/>
                      <a:pt x="2436" y="1"/>
                      <a:pt x="21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56"/>
              <p:cNvSpPr/>
              <p:nvPr/>
            </p:nvSpPr>
            <p:spPr>
              <a:xfrm>
                <a:off x="5308856" y="3312083"/>
                <a:ext cx="34770" cy="69520"/>
              </a:xfrm>
              <a:custGeom>
                <a:avLst/>
                <a:gdLst/>
                <a:ahLst/>
                <a:cxnLst/>
                <a:rect l="l" t="t" r="r" b="b"/>
                <a:pathLst>
                  <a:path w="1802" h="3603" extrusionOk="0">
                    <a:moveTo>
                      <a:pt x="401" y="0"/>
                    </a:moveTo>
                    <a:cubicBezTo>
                      <a:pt x="167" y="0"/>
                      <a:pt x="0" y="200"/>
                      <a:pt x="0" y="434"/>
                    </a:cubicBezTo>
                    <a:lnTo>
                      <a:pt x="0" y="3203"/>
                    </a:lnTo>
                    <a:cubicBezTo>
                      <a:pt x="0" y="3436"/>
                      <a:pt x="167" y="3603"/>
                      <a:pt x="401" y="3603"/>
                    </a:cubicBezTo>
                    <a:lnTo>
                      <a:pt x="1401" y="3603"/>
                    </a:lnTo>
                    <a:cubicBezTo>
                      <a:pt x="1635" y="3603"/>
                      <a:pt x="1802" y="3436"/>
                      <a:pt x="1802" y="3203"/>
                    </a:cubicBezTo>
                    <a:lnTo>
                      <a:pt x="1802" y="434"/>
                    </a:lnTo>
                    <a:cubicBezTo>
                      <a:pt x="1802" y="200"/>
                      <a:pt x="1601"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56"/>
              <p:cNvSpPr/>
              <p:nvPr/>
            </p:nvSpPr>
            <p:spPr>
              <a:xfrm>
                <a:off x="5536061" y="3312083"/>
                <a:ext cx="97845" cy="106219"/>
              </a:xfrm>
              <a:custGeom>
                <a:avLst/>
                <a:gdLst/>
                <a:ahLst/>
                <a:cxnLst/>
                <a:rect l="l" t="t" r="r" b="b"/>
                <a:pathLst>
                  <a:path w="5071" h="5505" extrusionOk="0">
                    <a:moveTo>
                      <a:pt x="1301" y="0"/>
                    </a:moveTo>
                    <a:cubicBezTo>
                      <a:pt x="1068" y="0"/>
                      <a:pt x="901" y="200"/>
                      <a:pt x="901" y="401"/>
                    </a:cubicBezTo>
                    <a:cubicBezTo>
                      <a:pt x="901" y="567"/>
                      <a:pt x="1001" y="734"/>
                      <a:pt x="1134" y="801"/>
                    </a:cubicBezTo>
                    <a:cubicBezTo>
                      <a:pt x="1134" y="801"/>
                      <a:pt x="1168" y="801"/>
                      <a:pt x="1168" y="834"/>
                    </a:cubicBezTo>
                    <a:lnTo>
                      <a:pt x="1001" y="834"/>
                    </a:lnTo>
                    <a:cubicBezTo>
                      <a:pt x="768" y="834"/>
                      <a:pt x="534" y="1034"/>
                      <a:pt x="534" y="1301"/>
                    </a:cubicBezTo>
                    <a:cubicBezTo>
                      <a:pt x="534" y="1501"/>
                      <a:pt x="667" y="1668"/>
                      <a:pt x="834" y="1735"/>
                    </a:cubicBezTo>
                    <a:cubicBezTo>
                      <a:pt x="834" y="1735"/>
                      <a:pt x="834" y="1768"/>
                      <a:pt x="834" y="1768"/>
                    </a:cubicBezTo>
                    <a:lnTo>
                      <a:pt x="701" y="1768"/>
                    </a:lnTo>
                    <a:cubicBezTo>
                      <a:pt x="434" y="1768"/>
                      <a:pt x="234" y="1968"/>
                      <a:pt x="234" y="2235"/>
                    </a:cubicBezTo>
                    <a:cubicBezTo>
                      <a:pt x="234" y="2435"/>
                      <a:pt x="367" y="2602"/>
                      <a:pt x="534" y="2669"/>
                    </a:cubicBezTo>
                    <a:cubicBezTo>
                      <a:pt x="534" y="2702"/>
                      <a:pt x="534" y="2702"/>
                      <a:pt x="534" y="2702"/>
                    </a:cubicBezTo>
                    <a:lnTo>
                      <a:pt x="467" y="2702"/>
                    </a:lnTo>
                    <a:cubicBezTo>
                      <a:pt x="200" y="2702"/>
                      <a:pt x="0" y="2936"/>
                      <a:pt x="0" y="3203"/>
                    </a:cubicBezTo>
                    <a:cubicBezTo>
                      <a:pt x="0" y="3436"/>
                      <a:pt x="234" y="3636"/>
                      <a:pt x="467" y="3636"/>
                    </a:cubicBezTo>
                    <a:lnTo>
                      <a:pt x="1935" y="3636"/>
                    </a:lnTo>
                    <a:cubicBezTo>
                      <a:pt x="2068" y="3636"/>
                      <a:pt x="2202" y="3770"/>
                      <a:pt x="2169" y="3903"/>
                    </a:cubicBezTo>
                    <a:lnTo>
                      <a:pt x="2135" y="4237"/>
                    </a:lnTo>
                    <a:cubicBezTo>
                      <a:pt x="2102" y="4503"/>
                      <a:pt x="2068" y="4870"/>
                      <a:pt x="2235" y="5137"/>
                    </a:cubicBezTo>
                    <a:cubicBezTo>
                      <a:pt x="2369" y="5371"/>
                      <a:pt x="2636" y="5504"/>
                      <a:pt x="2902" y="5504"/>
                    </a:cubicBezTo>
                    <a:cubicBezTo>
                      <a:pt x="3069" y="5504"/>
                      <a:pt x="3236" y="5371"/>
                      <a:pt x="3236" y="5204"/>
                    </a:cubicBezTo>
                    <a:cubicBezTo>
                      <a:pt x="3269" y="4770"/>
                      <a:pt x="3369" y="4370"/>
                      <a:pt x="3536" y="4003"/>
                    </a:cubicBezTo>
                    <a:cubicBezTo>
                      <a:pt x="3636" y="3770"/>
                      <a:pt x="3870" y="3636"/>
                      <a:pt x="4103" y="3636"/>
                    </a:cubicBezTo>
                    <a:lnTo>
                      <a:pt x="4504" y="3636"/>
                    </a:lnTo>
                    <a:cubicBezTo>
                      <a:pt x="4804" y="3636"/>
                      <a:pt x="5071" y="3369"/>
                      <a:pt x="5071" y="3069"/>
                    </a:cubicBezTo>
                    <a:lnTo>
                      <a:pt x="5071" y="467"/>
                    </a:lnTo>
                    <a:cubicBezTo>
                      <a:pt x="5071" y="200"/>
                      <a:pt x="4837" y="0"/>
                      <a:pt x="4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56"/>
              <p:cNvSpPr/>
              <p:nvPr/>
            </p:nvSpPr>
            <p:spPr>
              <a:xfrm>
                <a:off x="5637111" y="3312083"/>
                <a:ext cx="35426" cy="69520"/>
              </a:xfrm>
              <a:custGeom>
                <a:avLst/>
                <a:gdLst/>
                <a:ahLst/>
                <a:cxnLst/>
                <a:rect l="l" t="t" r="r" b="b"/>
                <a:pathLst>
                  <a:path w="1836" h="3603" extrusionOk="0">
                    <a:moveTo>
                      <a:pt x="434" y="0"/>
                    </a:moveTo>
                    <a:cubicBezTo>
                      <a:pt x="201" y="0"/>
                      <a:pt x="0" y="200"/>
                      <a:pt x="0" y="434"/>
                    </a:cubicBezTo>
                    <a:lnTo>
                      <a:pt x="0" y="3203"/>
                    </a:lnTo>
                    <a:cubicBezTo>
                      <a:pt x="0" y="3436"/>
                      <a:pt x="201" y="3603"/>
                      <a:pt x="434" y="3603"/>
                    </a:cubicBezTo>
                    <a:lnTo>
                      <a:pt x="1401" y="3603"/>
                    </a:lnTo>
                    <a:cubicBezTo>
                      <a:pt x="1635" y="3603"/>
                      <a:pt x="1835" y="3436"/>
                      <a:pt x="1835" y="3203"/>
                    </a:cubicBezTo>
                    <a:lnTo>
                      <a:pt x="1835" y="434"/>
                    </a:lnTo>
                    <a:cubicBezTo>
                      <a:pt x="1835" y="200"/>
                      <a:pt x="1635" y="0"/>
                      <a:pt x="1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6"/>
              <p:cNvSpPr/>
              <p:nvPr/>
            </p:nvSpPr>
            <p:spPr>
              <a:xfrm>
                <a:off x="5768417" y="3306410"/>
                <a:ext cx="127443" cy="75193"/>
              </a:xfrm>
              <a:custGeom>
                <a:avLst/>
                <a:gdLst/>
                <a:ahLst/>
                <a:cxnLst/>
                <a:rect l="l" t="t" r="r" b="b"/>
                <a:pathLst>
                  <a:path w="6605" h="3897" extrusionOk="0">
                    <a:moveTo>
                      <a:pt x="3697" y="0"/>
                    </a:moveTo>
                    <a:cubicBezTo>
                      <a:pt x="3490" y="0"/>
                      <a:pt x="3303" y="169"/>
                      <a:pt x="3303" y="394"/>
                    </a:cubicBezTo>
                    <a:lnTo>
                      <a:pt x="3303" y="1128"/>
                    </a:lnTo>
                    <a:cubicBezTo>
                      <a:pt x="2035" y="1195"/>
                      <a:pt x="0" y="1662"/>
                      <a:pt x="0" y="3897"/>
                    </a:cubicBezTo>
                    <a:cubicBezTo>
                      <a:pt x="0" y="3897"/>
                      <a:pt x="801" y="2796"/>
                      <a:pt x="3303" y="2563"/>
                    </a:cubicBezTo>
                    <a:lnTo>
                      <a:pt x="3303" y="3230"/>
                    </a:lnTo>
                    <a:cubicBezTo>
                      <a:pt x="3303" y="3458"/>
                      <a:pt x="3496" y="3610"/>
                      <a:pt x="3707" y="3610"/>
                    </a:cubicBezTo>
                    <a:cubicBezTo>
                      <a:pt x="3772" y="3610"/>
                      <a:pt x="3840" y="3595"/>
                      <a:pt x="3903" y="3563"/>
                    </a:cubicBezTo>
                    <a:lnTo>
                      <a:pt x="6338" y="2162"/>
                    </a:lnTo>
                    <a:cubicBezTo>
                      <a:pt x="6605" y="1995"/>
                      <a:pt x="6605" y="1629"/>
                      <a:pt x="6338" y="1462"/>
                    </a:cubicBezTo>
                    <a:lnTo>
                      <a:pt x="3903" y="61"/>
                    </a:lnTo>
                    <a:cubicBezTo>
                      <a:pt x="3836" y="19"/>
                      <a:pt x="3765" y="0"/>
                      <a:pt x="36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6"/>
              <p:cNvSpPr/>
              <p:nvPr/>
            </p:nvSpPr>
            <p:spPr>
              <a:xfrm>
                <a:off x="6005926" y="3312083"/>
                <a:ext cx="105563" cy="8374"/>
              </a:xfrm>
              <a:custGeom>
                <a:avLst/>
                <a:gdLst/>
                <a:ahLst/>
                <a:cxnLst/>
                <a:rect l="l" t="t" r="r" b="b"/>
                <a:pathLst>
                  <a:path w="5471" h="434" extrusionOk="0">
                    <a:moveTo>
                      <a:pt x="0" y="0"/>
                    </a:moveTo>
                    <a:lnTo>
                      <a:pt x="0" y="434"/>
                    </a:lnTo>
                    <a:lnTo>
                      <a:pt x="5471" y="434"/>
                    </a:lnTo>
                    <a:lnTo>
                      <a:pt x="54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6"/>
              <p:cNvSpPr/>
              <p:nvPr/>
            </p:nvSpPr>
            <p:spPr>
              <a:xfrm>
                <a:off x="6005926" y="3324953"/>
                <a:ext cx="105563" cy="7737"/>
              </a:xfrm>
              <a:custGeom>
                <a:avLst/>
                <a:gdLst/>
                <a:ahLst/>
                <a:cxnLst/>
                <a:rect l="l" t="t" r="r" b="b"/>
                <a:pathLst>
                  <a:path w="5471" h="401" extrusionOk="0">
                    <a:moveTo>
                      <a:pt x="0" y="0"/>
                    </a:moveTo>
                    <a:lnTo>
                      <a:pt x="0" y="401"/>
                    </a:lnTo>
                    <a:lnTo>
                      <a:pt x="5471" y="401"/>
                    </a:lnTo>
                    <a:lnTo>
                      <a:pt x="54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6"/>
              <p:cNvSpPr/>
              <p:nvPr/>
            </p:nvSpPr>
            <p:spPr>
              <a:xfrm>
                <a:off x="6005926" y="3337187"/>
                <a:ext cx="32840" cy="8374"/>
              </a:xfrm>
              <a:custGeom>
                <a:avLst/>
                <a:gdLst/>
                <a:ahLst/>
                <a:cxnLst/>
                <a:rect l="l" t="t" r="r" b="b"/>
                <a:pathLst>
                  <a:path w="1702" h="434" extrusionOk="0">
                    <a:moveTo>
                      <a:pt x="0" y="0"/>
                    </a:moveTo>
                    <a:lnTo>
                      <a:pt x="0" y="434"/>
                    </a:lnTo>
                    <a:lnTo>
                      <a:pt x="1701" y="434"/>
                    </a:lnTo>
                    <a:lnTo>
                      <a:pt x="1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6"/>
              <p:cNvSpPr/>
              <p:nvPr/>
            </p:nvSpPr>
            <p:spPr>
              <a:xfrm>
                <a:off x="6005926" y="3349401"/>
                <a:ext cx="32840" cy="8393"/>
              </a:xfrm>
              <a:custGeom>
                <a:avLst/>
                <a:gdLst/>
                <a:ahLst/>
                <a:cxnLst/>
                <a:rect l="l" t="t" r="r" b="b"/>
                <a:pathLst>
                  <a:path w="1702" h="435" extrusionOk="0">
                    <a:moveTo>
                      <a:pt x="0" y="1"/>
                    </a:moveTo>
                    <a:lnTo>
                      <a:pt x="0" y="435"/>
                    </a:lnTo>
                    <a:lnTo>
                      <a:pt x="1701" y="435"/>
                    </a:lnTo>
                    <a:lnTo>
                      <a:pt x="17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6"/>
              <p:cNvSpPr/>
              <p:nvPr/>
            </p:nvSpPr>
            <p:spPr>
              <a:xfrm>
                <a:off x="6005926" y="3362291"/>
                <a:ext cx="32840" cy="7737"/>
              </a:xfrm>
              <a:custGeom>
                <a:avLst/>
                <a:gdLst/>
                <a:ahLst/>
                <a:cxnLst/>
                <a:rect l="l" t="t" r="r" b="b"/>
                <a:pathLst>
                  <a:path w="1702" h="401" extrusionOk="0">
                    <a:moveTo>
                      <a:pt x="0" y="0"/>
                    </a:moveTo>
                    <a:lnTo>
                      <a:pt x="0" y="400"/>
                    </a:lnTo>
                    <a:lnTo>
                      <a:pt x="1701" y="400"/>
                    </a:lnTo>
                    <a:lnTo>
                      <a:pt x="17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6"/>
              <p:cNvSpPr/>
              <p:nvPr/>
            </p:nvSpPr>
            <p:spPr>
              <a:xfrm>
                <a:off x="6005926" y="3374505"/>
                <a:ext cx="32840" cy="8393"/>
              </a:xfrm>
              <a:custGeom>
                <a:avLst/>
                <a:gdLst/>
                <a:ahLst/>
                <a:cxnLst/>
                <a:rect l="l" t="t" r="r" b="b"/>
                <a:pathLst>
                  <a:path w="1702" h="435" extrusionOk="0">
                    <a:moveTo>
                      <a:pt x="0" y="1"/>
                    </a:moveTo>
                    <a:lnTo>
                      <a:pt x="0" y="435"/>
                    </a:lnTo>
                    <a:lnTo>
                      <a:pt x="1701" y="435"/>
                    </a:lnTo>
                    <a:lnTo>
                      <a:pt x="17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6"/>
              <p:cNvSpPr/>
              <p:nvPr/>
            </p:nvSpPr>
            <p:spPr>
              <a:xfrm>
                <a:off x="6058043" y="3337187"/>
                <a:ext cx="44436" cy="44417"/>
              </a:xfrm>
              <a:custGeom>
                <a:avLst/>
                <a:gdLst/>
                <a:ahLst/>
                <a:cxnLst/>
                <a:rect l="l" t="t" r="r" b="b"/>
                <a:pathLst>
                  <a:path w="2303" h="2302" extrusionOk="0">
                    <a:moveTo>
                      <a:pt x="1002" y="0"/>
                    </a:moveTo>
                    <a:cubicBezTo>
                      <a:pt x="868" y="0"/>
                      <a:pt x="768" y="100"/>
                      <a:pt x="768" y="234"/>
                    </a:cubicBezTo>
                    <a:lnTo>
                      <a:pt x="768" y="534"/>
                    </a:lnTo>
                    <a:cubicBezTo>
                      <a:pt x="768" y="667"/>
                      <a:pt x="668" y="767"/>
                      <a:pt x="535" y="767"/>
                    </a:cubicBezTo>
                    <a:lnTo>
                      <a:pt x="234" y="767"/>
                    </a:lnTo>
                    <a:cubicBezTo>
                      <a:pt x="101" y="767"/>
                      <a:pt x="1" y="867"/>
                      <a:pt x="1" y="1001"/>
                    </a:cubicBezTo>
                    <a:lnTo>
                      <a:pt x="1" y="1301"/>
                    </a:lnTo>
                    <a:cubicBezTo>
                      <a:pt x="1" y="1435"/>
                      <a:pt x="101" y="1535"/>
                      <a:pt x="234" y="1535"/>
                    </a:cubicBezTo>
                    <a:lnTo>
                      <a:pt x="535" y="1535"/>
                    </a:lnTo>
                    <a:cubicBezTo>
                      <a:pt x="668" y="1535"/>
                      <a:pt x="768" y="1668"/>
                      <a:pt x="768" y="1801"/>
                    </a:cubicBezTo>
                    <a:lnTo>
                      <a:pt x="768" y="2068"/>
                    </a:lnTo>
                    <a:cubicBezTo>
                      <a:pt x="768" y="2202"/>
                      <a:pt x="868" y="2302"/>
                      <a:pt x="1002" y="2302"/>
                    </a:cubicBezTo>
                    <a:lnTo>
                      <a:pt x="1302" y="2302"/>
                    </a:lnTo>
                    <a:cubicBezTo>
                      <a:pt x="1435" y="2302"/>
                      <a:pt x="1535" y="2202"/>
                      <a:pt x="1535" y="2068"/>
                    </a:cubicBezTo>
                    <a:lnTo>
                      <a:pt x="1535" y="1801"/>
                    </a:lnTo>
                    <a:cubicBezTo>
                      <a:pt x="1535" y="1668"/>
                      <a:pt x="1635" y="1535"/>
                      <a:pt x="1802" y="1535"/>
                    </a:cubicBezTo>
                    <a:lnTo>
                      <a:pt x="2069" y="1535"/>
                    </a:lnTo>
                    <a:cubicBezTo>
                      <a:pt x="2203" y="1535"/>
                      <a:pt x="2303" y="1435"/>
                      <a:pt x="2303" y="1301"/>
                    </a:cubicBezTo>
                    <a:lnTo>
                      <a:pt x="2303" y="1001"/>
                    </a:lnTo>
                    <a:cubicBezTo>
                      <a:pt x="2303" y="867"/>
                      <a:pt x="2203" y="767"/>
                      <a:pt x="2069" y="767"/>
                    </a:cubicBezTo>
                    <a:lnTo>
                      <a:pt x="1802" y="767"/>
                    </a:lnTo>
                    <a:cubicBezTo>
                      <a:pt x="1669" y="767"/>
                      <a:pt x="1535" y="667"/>
                      <a:pt x="1535" y="534"/>
                    </a:cubicBezTo>
                    <a:lnTo>
                      <a:pt x="1535" y="234"/>
                    </a:lnTo>
                    <a:cubicBezTo>
                      <a:pt x="1535" y="100"/>
                      <a:pt x="1435" y="0"/>
                      <a:pt x="13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6"/>
              <p:cNvSpPr/>
              <p:nvPr/>
            </p:nvSpPr>
            <p:spPr>
              <a:xfrm>
                <a:off x="6244708" y="3339753"/>
                <a:ext cx="16111" cy="16111"/>
              </a:xfrm>
              <a:custGeom>
                <a:avLst/>
                <a:gdLst/>
                <a:ahLst/>
                <a:cxnLst/>
                <a:rect l="l" t="t" r="r" b="b"/>
                <a:pathLst>
                  <a:path w="835" h="835" extrusionOk="0">
                    <a:moveTo>
                      <a:pt x="434" y="1"/>
                    </a:moveTo>
                    <a:cubicBezTo>
                      <a:pt x="201" y="1"/>
                      <a:pt x="1" y="167"/>
                      <a:pt x="1" y="401"/>
                    </a:cubicBezTo>
                    <a:cubicBezTo>
                      <a:pt x="1" y="634"/>
                      <a:pt x="201" y="835"/>
                      <a:pt x="434" y="835"/>
                    </a:cubicBezTo>
                    <a:cubicBezTo>
                      <a:pt x="634" y="835"/>
                      <a:pt x="834" y="634"/>
                      <a:pt x="834" y="401"/>
                    </a:cubicBezTo>
                    <a:cubicBezTo>
                      <a:pt x="834" y="167"/>
                      <a:pt x="634"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6"/>
              <p:cNvSpPr/>
              <p:nvPr/>
            </p:nvSpPr>
            <p:spPr>
              <a:xfrm>
                <a:off x="6278186" y="3339753"/>
                <a:ext cx="16111" cy="16111"/>
              </a:xfrm>
              <a:custGeom>
                <a:avLst/>
                <a:gdLst/>
                <a:ahLst/>
                <a:cxnLst/>
                <a:rect l="l" t="t" r="r" b="b"/>
                <a:pathLst>
                  <a:path w="835" h="835" extrusionOk="0">
                    <a:moveTo>
                      <a:pt x="400" y="1"/>
                    </a:moveTo>
                    <a:cubicBezTo>
                      <a:pt x="167" y="1"/>
                      <a:pt x="0" y="167"/>
                      <a:pt x="0" y="401"/>
                    </a:cubicBezTo>
                    <a:cubicBezTo>
                      <a:pt x="0" y="634"/>
                      <a:pt x="167" y="835"/>
                      <a:pt x="400" y="835"/>
                    </a:cubicBezTo>
                    <a:cubicBezTo>
                      <a:pt x="634" y="835"/>
                      <a:pt x="834" y="634"/>
                      <a:pt x="834" y="401"/>
                    </a:cubicBezTo>
                    <a:cubicBezTo>
                      <a:pt x="834" y="167"/>
                      <a:pt x="634" y="1"/>
                      <a:pt x="4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6"/>
              <p:cNvSpPr/>
              <p:nvPr/>
            </p:nvSpPr>
            <p:spPr>
              <a:xfrm>
                <a:off x="6311007" y="3339753"/>
                <a:ext cx="16111" cy="16111"/>
              </a:xfrm>
              <a:custGeom>
                <a:avLst/>
                <a:gdLst/>
                <a:ahLst/>
                <a:cxnLst/>
                <a:rect l="l" t="t" r="r" b="b"/>
                <a:pathLst>
                  <a:path w="835" h="835" extrusionOk="0">
                    <a:moveTo>
                      <a:pt x="434" y="1"/>
                    </a:moveTo>
                    <a:cubicBezTo>
                      <a:pt x="200" y="1"/>
                      <a:pt x="0" y="167"/>
                      <a:pt x="0" y="401"/>
                    </a:cubicBezTo>
                    <a:cubicBezTo>
                      <a:pt x="0" y="634"/>
                      <a:pt x="200" y="835"/>
                      <a:pt x="434" y="835"/>
                    </a:cubicBezTo>
                    <a:cubicBezTo>
                      <a:pt x="667" y="835"/>
                      <a:pt x="834" y="634"/>
                      <a:pt x="834" y="401"/>
                    </a:cubicBezTo>
                    <a:cubicBezTo>
                      <a:pt x="834" y="167"/>
                      <a:pt x="667" y="1"/>
                      <a:pt x="4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6"/>
              <p:cNvSpPr/>
              <p:nvPr/>
            </p:nvSpPr>
            <p:spPr>
              <a:xfrm>
                <a:off x="5244615" y="3603661"/>
                <a:ext cx="3004463" cy="17385"/>
              </a:xfrm>
              <a:custGeom>
                <a:avLst/>
                <a:gdLst/>
                <a:ahLst/>
                <a:cxnLst/>
                <a:rect l="l" t="t" r="r" b="b"/>
                <a:pathLst>
                  <a:path w="155712" h="901" extrusionOk="0">
                    <a:moveTo>
                      <a:pt x="434" y="0"/>
                    </a:moveTo>
                    <a:cubicBezTo>
                      <a:pt x="200" y="0"/>
                      <a:pt x="0" y="200"/>
                      <a:pt x="0" y="467"/>
                    </a:cubicBezTo>
                    <a:cubicBezTo>
                      <a:pt x="0" y="701"/>
                      <a:pt x="200" y="901"/>
                      <a:pt x="434" y="901"/>
                    </a:cubicBezTo>
                    <a:lnTo>
                      <a:pt x="155278" y="901"/>
                    </a:lnTo>
                    <a:cubicBezTo>
                      <a:pt x="155511" y="901"/>
                      <a:pt x="155711" y="701"/>
                      <a:pt x="155711" y="467"/>
                    </a:cubicBezTo>
                    <a:cubicBezTo>
                      <a:pt x="155711" y="200"/>
                      <a:pt x="155511" y="0"/>
                      <a:pt x="1552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3" name="Google Shape;1963;p56"/>
            <p:cNvSpPr/>
            <p:nvPr/>
          </p:nvSpPr>
          <p:spPr>
            <a:xfrm>
              <a:off x="5250638" y="1371475"/>
              <a:ext cx="3004463" cy="1813113"/>
            </a:xfrm>
            <a:custGeom>
              <a:avLst/>
              <a:gdLst/>
              <a:ahLst/>
              <a:cxnLst/>
              <a:rect l="l" t="t" r="r" b="b"/>
              <a:pathLst>
                <a:path w="155712" h="93968" extrusionOk="0">
                  <a:moveTo>
                    <a:pt x="0" y="0"/>
                  </a:moveTo>
                  <a:lnTo>
                    <a:pt x="0" y="93968"/>
                  </a:lnTo>
                  <a:lnTo>
                    <a:pt x="155711" y="93968"/>
                  </a:lnTo>
                  <a:lnTo>
                    <a:pt x="155711" y="0"/>
                  </a:lnTo>
                  <a:close/>
                </a:path>
              </a:pathLst>
            </a:custGeom>
            <a:solidFill>
              <a:srgbClr val="F1F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65" name="Google Shape;1965;p56"/>
          <p:cNvPicPr preferRelativeResize="0"/>
          <p:nvPr/>
        </p:nvPicPr>
        <p:blipFill rotWithShape="1">
          <a:blip r:embed="rId4">
            <a:alphaModFix/>
          </a:blip>
          <a:srcRect l="22009" r="18455"/>
          <a:stretch/>
        </p:blipFill>
        <p:spPr>
          <a:xfrm rot="1203246">
            <a:off x="3648756" y="468946"/>
            <a:ext cx="1115441" cy="1053905"/>
          </a:xfrm>
          <a:prstGeom prst="rect">
            <a:avLst/>
          </a:prstGeom>
          <a:noFill/>
          <a:ln>
            <a:noFill/>
          </a:ln>
        </p:spPr>
      </p:pic>
      <p:pic>
        <p:nvPicPr>
          <p:cNvPr id="1966" name="Google Shape;1966;p56"/>
          <p:cNvPicPr preferRelativeResize="0"/>
          <p:nvPr/>
        </p:nvPicPr>
        <p:blipFill rotWithShape="1">
          <a:blip r:embed="rId5">
            <a:alphaModFix/>
          </a:blip>
          <a:srcRect l="18647" t="7960" r="8852" b="8336"/>
          <a:stretch/>
        </p:blipFill>
        <p:spPr>
          <a:xfrm rot="-1406513">
            <a:off x="4653285" y="4081637"/>
            <a:ext cx="1175233" cy="763227"/>
          </a:xfrm>
          <a:prstGeom prst="rect">
            <a:avLst/>
          </a:prstGeom>
          <a:noFill/>
          <a:ln>
            <a:noFill/>
          </a:ln>
        </p:spPr>
      </p:pic>
      <p:grpSp>
        <p:nvGrpSpPr>
          <p:cNvPr id="1967" name="Google Shape;1967;p56"/>
          <p:cNvGrpSpPr/>
          <p:nvPr/>
        </p:nvGrpSpPr>
        <p:grpSpPr>
          <a:xfrm>
            <a:off x="864100" y="4424850"/>
            <a:ext cx="76825" cy="76800"/>
            <a:chOff x="3104875" y="1099400"/>
            <a:chExt cx="76825" cy="76800"/>
          </a:xfrm>
        </p:grpSpPr>
        <p:sp>
          <p:nvSpPr>
            <p:cNvPr id="1968" name="Google Shape;1968;p56"/>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6"/>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0" name="Google Shape;1970;p56"/>
          <p:cNvGrpSpPr/>
          <p:nvPr/>
        </p:nvGrpSpPr>
        <p:grpSpPr>
          <a:xfrm>
            <a:off x="5083775" y="1295550"/>
            <a:ext cx="76825" cy="76800"/>
            <a:chOff x="3104875" y="1099400"/>
            <a:chExt cx="76825" cy="76800"/>
          </a:xfrm>
        </p:grpSpPr>
        <p:sp>
          <p:nvSpPr>
            <p:cNvPr id="1971" name="Google Shape;1971;p56"/>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6"/>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3" name="Google Shape;1973;p56"/>
          <p:cNvGrpSpPr/>
          <p:nvPr/>
        </p:nvGrpSpPr>
        <p:grpSpPr>
          <a:xfrm>
            <a:off x="6158550" y="3879375"/>
            <a:ext cx="76825" cy="76800"/>
            <a:chOff x="3104875" y="1099400"/>
            <a:chExt cx="76825" cy="76800"/>
          </a:xfrm>
        </p:grpSpPr>
        <p:sp>
          <p:nvSpPr>
            <p:cNvPr id="1974" name="Google Shape;1974;p56"/>
            <p:cNvSpPr/>
            <p:nvPr/>
          </p:nvSpPr>
          <p:spPr>
            <a:xfrm>
              <a:off x="3104875" y="1099400"/>
              <a:ext cx="76825" cy="76800"/>
            </a:xfrm>
            <a:custGeom>
              <a:avLst/>
              <a:gdLst/>
              <a:ahLst/>
              <a:cxnLst/>
              <a:rect l="l" t="t" r="r" b="b"/>
              <a:pathLst>
                <a:path w="3073" h="3072" fill="none" extrusionOk="0">
                  <a:moveTo>
                    <a:pt x="1" y="3072"/>
                  </a:moveTo>
                  <a:lnTo>
                    <a:pt x="3072" y="0"/>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6"/>
            <p:cNvSpPr/>
            <p:nvPr/>
          </p:nvSpPr>
          <p:spPr>
            <a:xfrm>
              <a:off x="3104875" y="1099400"/>
              <a:ext cx="76825" cy="76800"/>
            </a:xfrm>
            <a:custGeom>
              <a:avLst/>
              <a:gdLst/>
              <a:ahLst/>
              <a:cxnLst/>
              <a:rect l="l" t="t" r="r" b="b"/>
              <a:pathLst>
                <a:path w="3073" h="3072" fill="none" extrusionOk="0">
                  <a:moveTo>
                    <a:pt x="1" y="0"/>
                  </a:moveTo>
                  <a:lnTo>
                    <a:pt x="3072" y="3072"/>
                  </a:lnTo>
                </a:path>
              </a:pathLst>
            </a:custGeom>
            <a:noFill/>
            <a:ln w="23350" cap="flat" cmpd="sng">
              <a:solidFill>
                <a:schemeClr val="dk1"/>
              </a:solidFill>
              <a:prstDash val="solid"/>
              <a:miter lim="102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descr="A person surfing on a wave&#10;&#10;Description automatically generated">
            <a:extLst>
              <a:ext uri="{FF2B5EF4-FFF2-40B4-BE49-F238E27FC236}">
                <a16:creationId xmlns:a16="http://schemas.microsoft.com/office/drawing/2014/main" id="{8BB524C3-BB1E-2D33-D697-9EE6150E6691}"/>
              </a:ext>
            </a:extLst>
          </p:cNvPr>
          <p:cNvPicPr>
            <a:picLocks noChangeAspect="1"/>
          </p:cNvPicPr>
          <p:nvPr/>
        </p:nvPicPr>
        <p:blipFill>
          <a:blip r:embed="rId6"/>
          <a:stretch>
            <a:fillRect/>
          </a:stretch>
        </p:blipFill>
        <p:spPr>
          <a:xfrm>
            <a:off x="1172960" y="1702326"/>
            <a:ext cx="3237117" cy="1974274"/>
          </a:xfrm>
          <a:prstGeom prst="rect">
            <a:avLst/>
          </a:prstGeom>
        </p:spPr>
      </p:pic>
    </p:spTree>
  </p:cSld>
  <p:clrMapOvr>
    <a:masterClrMapping/>
  </p:clrMapOvr>
</p:sld>
</file>

<file path=ppt/theme/theme1.xml><?xml version="1.0" encoding="utf-8"?>
<a:theme xmlns:a="http://schemas.openxmlformats.org/drawingml/2006/main"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690</Words>
  <Application>Microsoft Office PowerPoint</Application>
  <PresentationFormat>On-screen Show (16:9)</PresentationFormat>
  <Paragraphs>71</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source-serif-pro</vt:lpstr>
      <vt:lpstr>Sora</vt:lpstr>
      <vt:lpstr>Arial</vt:lpstr>
      <vt:lpstr>Lato</vt:lpstr>
      <vt:lpstr>inherit</vt:lpstr>
      <vt:lpstr>AI Essentials Workshop by Slidesgo</vt:lpstr>
      <vt:lpstr>Water Bodies Segmentation in Multispectral and Optical Images</vt:lpstr>
      <vt:lpstr>What is the image segmentation?</vt:lpstr>
      <vt:lpstr>Table of contents</vt:lpstr>
      <vt:lpstr>Introduction</vt:lpstr>
      <vt:lpstr>Introduction</vt:lpstr>
      <vt:lpstr>models</vt:lpstr>
      <vt:lpstr>Types of models for segmentation</vt:lpstr>
      <vt:lpstr>Related Work</vt:lpstr>
      <vt:lpstr>Paper 1.</vt:lpstr>
      <vt:lpstr>Paper 2.</vt:lpstr>
      <vt:lpstr>Dataset</vt:lpstr>
      <vt:lpstr>Dataset Overview</vt:lpstr>
      <vt:lpstr>Conclusion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mostafa</dc:creator>
  <cp:lastModifiedBy>Mohamed mostafa</cp:lastModifiedBy>
  <cp:revision>5</cp:revision>
  <dcterms:modified xsi:type="dcterms:W3CDTF">2024-10-18T22:30:34Z</dcterms:modified>
</cp:coreProperties>
</file>